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8" r:id="rId1"/>
  </p:sldMasterIdLst>
  <p:notesMasterIdLst>
    <p:notesMasterId r:id="rId19"/>
  </p:notesMasterIdLst>
  <p:sldIdLst>
    <p:sldId id="256" r:id="rId2"/>
    <p:sldId id="264" r:id="rId3"/>
    <p:sldId id="307" r:id="rId4"/>
    <p:sldId id="291" r:id="rId5"/>
    <p:sldId id="292" r:id="rId6"/>
    <p:sldId id="295" r:id="rId7"/>
    <p:sldId id="301" r:id="rId8"/>
    <p:sldId id="296" r:id="rId9"/>
    <p:sldId id="309" r:id="rId10"/>
    <p:sldId id="313" r:id="rId11"/>
    <p:sldId id="311" r:id="rId12"/>
    <p:sldId id="314" r:id="rId13"/>
    <p:sldId id="310" r:id="rId14"/>
    <p:sldId id="312" r:id="rId15"/>
    <p:sldId id="316" r:id="rId16"/>
    <p:sldId id="315" r:id="rId17"/>
    <p:sldId id="28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245"/>
    <p:restoredTop sz="95776" autoAdjust="0"/>
  </p:normalViewPr>
  <p:slideViewPr>
    <p:cSldViewPr snapToGrid="0" snapToObjects="1">
      <p:cViewPr varScale="1">
        <p:scale>
          <a:sx n="127" d="100"/>
          <a:sy n="127" d="100"/>
        </p:scale>
        <p:origin x="43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Estes" userId="a88fcdbc31b6f594" providerId="Windows Live" clId="Web-{012D8266-D906-4638-51F0-D3051500BA92}"/>
    <pc:docChg chg="modSld">
      <pc:chgData name="William Estes" userId="a88fcdbc31b6f594" providerId="Windows Live" clId="Web-{012D8266-D906-4638-51F0-D3051500BA92}" dt="2020-09-11T14:49:11.120" v="13" actId="20577"/>
      <pc:docMkLst>
        <pc:docMk/>
      </pc:docMkLst>
      <pc:sldChg chg="modSp">
        <pc:chgData name="William Estes" userId="a88fcdbc31b6f594" providerId="Windows Live" clId="Web-{012D8266-D906-4638-51F0-D3051500BA92}" dt="2020-09-11T14:49:01.464" v="6" actId="20577"/>
        <pc:sldMkLst>
          <pc:docMk/>
          <pc:sldMk cId="746972265" sldId="307"/>
        </pc:sldMkLst>
        <pc:spChg chg="mod">
          <ac:chgData name="William Estes" userId="a88fcdbc31b6f594" providerId="Windows Live" clId="Web-{012D8266-D906-4638-51F0-D3051500BA92}" dt="2020-09-11T14:49:01.464" v="6" actId="20577"/>
          <ac:spMkLst>
            <pc:docMk/>
            <pc:sldMk cId="746972265" sldId="307"/>
            <ac:spMk id="4" creationId="{5C0E649D-E3FD-41FB-BA87-37C62725C740}"/>
          </ac:spMkLst>
        </pc:spChg>
      </pc:sldChg>
      <pc:sldChg chg="modSp">
        <pc:chgData name="William Estes" userId="a88fcdbc31b6f594" providerId="Windows Live" clId="Web-{012D8266-D906-4638-51F0-D3051500BA92}" dt="2020-09-11T14:49:06.151" v="10" actId="20577"/>
        <pc:sldMkLst>
          <pc:docMk/>
          <pc:sldMk cId="104406143" sldId="315"/>
        </pc:sldMkLst>
        <pc:spChg chg="mod">
          <ac:chgData name="William Estes" userId="a88fcdbc31b6f594" providerId="Windows Live" clId="Web-{012D8266-D906-4638-51F0-D3051500BA92}" dt="2020-09-11T14:49:06.151" v="10" actId="20577"/>
          <ac:spMkLst>
            <pc:docMk/>
            <pc:sldMk cId="104406143" sldId="315"/>
            <ac:spMk id="4" creationId="{5C0E649D-E3FD-41FB-BA87-37C62725C740}"/>
          </ac:spMkLst>
        </pc:spChg>
      </pc:sldChg>
    </pc:docChg>
  </pc:docChgLst>
  <pc:docChgLst>
    <pc:chgData name="William Estes" userId="a88fcdbc31b6f594" providerId="Windows Live" clId="Web-{4F3B90B2-B3CE-4814-9FD2-338761465FCC}"/>
    <pc:docChg chg="modSld">
      <pc:chgData name="William Estes" userId="a88fcdbc31b6f594" providerId="Windows Live" clId="Web-{4F3B90B2-B3CE-4814-9FD2-338761465FCC}" dt="2020-09-15T00:25:07.854" v="41" actId="1076"/>
      <pc:docMkLst>
        <pc:docMk/>
      </pc:docMkLst>
      <pc:sldChg chg="modSp">
        <pc:chgData name="William Estes" userId="a88fcdbc31b6f594" providerId="Windows Live" clId="Web-{4F3B90B2-B3CE-4814-9FD2-338761465FCC}" dt="2020-09-15T00:17:05.111" v="24" actId="1076"/>
        <pc:sldMkLst>
          <pc:docMk/>
          <pc:sldMk cId="3007801671" sldId="291"/>
        </pc:sldMkLst>
        <pc:spChg chg="mod">
          <ac:chgData name="William Estes" userId="a88fcdbc31b6f594" providerId="Windows Live" clId="Web-{4F3B90B2-B3CE-4814-9FD2-338761465FCC}" dt="2020-09-15T00:17:05.111" v="24" actId="1076"/>
          <ac:spMkLst>
            <pc:docMk/>
            <pc:sldMk cId="3007801671" sldId="291"/>
            <ac:spMk id="12" creationId="{CF97C5AB-99C6-437C-B2DB-5A3F7C1729C7}"/>
          </ac:spMkLst>
        </pc:spChg>
      </pc:sldChg>
      <pc:sldChg chg="modSp">
        <pc:chgData name="William Estes" userId="a88fcdbc31b6f594" providerId="Windows Live" clId="Web-{4F3B90B2-B3CE-4814-9FD2-338761465FCC}" dt="2020-09-15T00:18:07.048" v="36" actId="1076"/>
        <pc:sldMkLst>
          <pc:docMk/>
          <pc:sldMk cId="1031257587" sldId="292"/>
        </pc:sldMkLst>
        <pc:spChg chg="mod">
          <ac:chgData name="William Estes" userId="a88fcdbc31b6f594" providerId="Windows Live" clId="Web-{4F3B90B2-B3CE-4814-9FD2-338761465FCC}" dt="2020-09-15T00:18:07.016" v="31" actId="1076"/>
          <ac:spMkLst>
            <pc:docMk/>
            <pc:sldMk cId="1031257587" sldId="292"/>
            <ac:spMk id="7" creationId="{81FEAAF1-55EF-429A-832F-657DD1B08A00}"/>
          </ac:spMkLst>
        </pc:spChg>
        <pc:spChg chg="mod">
          <ac:chgData name="William Estes" userId="a88fcdbc31b6f594" providerId="Windows Live" clId="Web-{4F3B90B2-B3CE-4814-9FD2-338761465FCC}" dt="2020-09-15T00:18:07.016" v="32" actId="1076"/>
          <ac:spMkLst>
            <pc:docMk/>
            <pc:sldMk cId="1031257587" sldId="292"/>
            <ac:spMk id="10" creationId="{A6C69913-6E66-4EF9-912E-4787D37F112A}"/>
          </ac:spMkLst>
        </pc:spChg>
        <pc:spChg chg="mod">
          <ac:chgData name="William Estes" userId="a88fcdbc31b6f594" providerId="Windows Live" clId="Web-{4F3B90B2-B3CE-4814-9FD2-338761465FCC}" dt="2020-09-15T00:18:07.032" v="33" actId="1076"/>
          <ac:spMkLst>
            <pc:docMk/>
            <pc:sldMk cId="1031257587" sldId="292"/>
            <ac:spMk id="13" creationId="{FA79162F-1F9C-4BB6-9C39-96C8B58E86C3}"/>
          </ac:spMkLst>
        </pc:spChg>
        <pc:spChg chg="mod">
          <ac:chgData name="William Estes" userId="a88fcdbc31b6f594" providerId="Windows Live" clId="Web-{4F3B90B2-B3CE-4814-9FD2-338761465FCC}" dt="2020-09-15T00:18:07.032" v="34" actId="1076"/>
          <ac:spMkLst>
            <pc:docMk/>
            <pc:sldMk cId="1031257587" sldId="292"/>
            <ac:spMk id="14" creationId="{BC68A978-56D8-4B49-B046-44ACD0A585A4}"/>
          </ac:spMkLst>
        </pc:spChg>
        <pc:spChg chg="mod">
          <ac:chgData name="William Estes" userId="a88fcdbc31b6f594" providerId="Windows Live" clId="Web-{4F3B90B2-B3CE-4814-9FD2-338761465FCC}" dt="2020-09-15T00:18:07.032" v="35" actId="1076"/>
          <ac:spMkLst>
            <pc:docMk/>
            <pc:sldMk cId="1031257587" sldId="292"/>
            <ac:spMk id="15" creationId="{7F19F82B-0D64-4D93-8D94-101BBFB46765}"/>
          </ac:spMkLst>
        </pc:spChg>
        <pc:spChg chg="mod">
          <ac:chgData name="William Estes" userId="a88fcdbc31b6f594" providerId="Windows Live" clId="Web-{4F3B90B2-B3CE-4814-9FD2-338761465FCC}" dt="2020-09-15T00:18:07.048" v="36" actId="1076"/>
          <ac:spMkLst>
            <pc:docMk/>
            <pc:sldMk cId="1031257587" sldId="292"/>
            <ac:spMk id="16" creationId="{2CD967FC-6B82-4F09-938B-F9E74AB74DB5}"/>
          </ac:spMkLst>
        </pc:spChg>
      </pc:sldChg>
      <pc:sldChg chg="modSp">
        <pc:chgData name="William Estes" userId="a88fcdbc31b6f594" providerId="Windows Live" clId="Web-{4F3B90B2-B3CE-4814-9FD2-338761465FCC}" dt="2020-09-15T00:19:36.140" v="37" actId="1076"/>
        <pc:sldMkLst>
          <pc:docMk/>
          <pc:sldMk cId="2184220433" sldId="295"/>
        </pc:sldMkLst>
        <pc:spChg chg="mod">
          <ac:chgData name="William Estes" userId="a88fcdbc31b6f594" providerId="Windows Live" clId="Web-{4F3B90B2-B3CE-4814-9FD2-338761465FCC}" dt="2020-09-15T00:19:36.140" v="37" actId="1076"/>
          <ac:spMkLst>
            <pc:docMk/>
            <pc:sldMk cId="2184220433" sldId="295"/>
            <ac:spMk id="5" creationId="{7B16B923-1F9B-4609-AF2C-FA03D25659EE}"/>
          </ac:spMkLst>
        </pc:spChg>
      </pc:sldChg>
      <pc:sldChg chg="modSp">
        <pc:chgData name="William Estes" userId="a88fcdbc31b6f594" providerId="Windows Live" clId="Web-{4F3B90B2-B3CE-4814-9FD2-338761465FCC}" dt="2020-09-15T00:25:07.854" v="41" actId="1076"/>
        <pc:sldMkLst>
          <pc:docMk/>
          <pc:sldMk cId="1522982694" sldId="296"/>
        </pc:sldMkLst>
        <pc:spChg chg="mod">
          <ac:chgData name="William Estes" userId="a88fcdbc31b6f594" providerId="Windows Live" clId="Web-{4F3B90B2-B3CE-4814-9FD2-338761465FCC}" dt="2020-09-15T00:24:33.432" v="39" actId="1076"/>
          <ac:spMkLst>
            <pc:docMk/>
            <pc:sldMk cId="1522982694" sldId="296"/>
            <ac:spMk id="6" creationId="{8D3881AF-2AF0-4DF1-977D-DEFDD2FCFF0A}"/>
          </ac:spMkLst>
        </pc:spChg>
        <pc:spChg chg="mod">
          <ac:chgData name="William Estes" userId="a88fcdbc31b6f594" providerId="Windows Live" clId="Web-{4F3B90B2-B3CE-4814-9FD2-338761465FCC}" dt="2020-09-15T00:25:07.854" v="41" actId="1076"/>
          <ac:spMkLst>
            <pc:docMk/>
            <pc:sldMk cId="1522982694" sldId="296"/>
            <ac:spMk id="7" creationId="{F5D9FE73-3240-4541-BA18-9018D3F5BAA8}"/>
          </ac:spMkLst>
        </pc:spChg>
      </pc:sldChg>
      <pc:sldChg chg="modSp">
        <pc:chgData name="William Estes" userId="a88fcdbc31b6f594" providerId="Windows Live" clId="Web-{4F3B90B2-B3CE-4814-9FD2-338761465FCC}" dt="2020-09-14T23:59:53.080" v="20" actId="20577"/>
        <pc:sldMkLst>
          <pc:docMk/>
          <pc:sldMk cId="2469544991" sldId="305"/>
        </pc:sldMkLst>
        <pc:spChg chg="mod">
          <ac:chgData name="William Estes" userId="a88fcdbc31b6f594" providerId="Windows Live" clId="Web-{4F3B90B2-B3CE-4814-9FD2-338761465FCC}" dt="2020-09-14T23:59:53.080" v="20" actId="20577"/>
          <ac:spMkLst>
            <pc:docMk/>
            <pc:sldMk cId="2469544991" sldId="305"/>
            <ac:spMk id="4" creationId="{5C0E649D-E3FD-41FB-BA87-37C62725C740}"/>
          </ac:spMkLst>
        </pc:spChg>
      </pc:sldChg>
    </pc:docChg>
  </pc:docChgLst>
  <pc:docChgLst>
    <pc:chgData name="William Estes" userId="a88fcdbc31b6f594" providerId="Windows Live" clId="Web-{463BAE71-8BB1-49F2-A6BB-F745AFA0A883}"/>
    <pc:docChg chg="modSld">
      <pc:chgData name="William Estes" userId="a88fcdbc31b6f594" providerId="Windows Live" clId="Web-{463BAE71-8BB1-49F2-A6BB-F745AFA0A883}" dt="2020-09-07T02:50:13.484" v="79" actId="20577"/>
      <pc:docMkLst>
        <pc:docMk/>
      </pc:docMkLst>
      <pc:sldChg chg="modSp">
        <pc:chgData name="William Estes" userId="a88fcdbc31b6f594" providerId="Windows Live" clId="Web-{463BAE71-8BB1-49F2-A6BB-F745AFA0A883}" dt="2020-09-07T02:50:01.844" v="58" actId="20577"/>
        <pc:sldMkLst>
          <pc:docMk/>
          <pc:sldMk cId="871545074" sldId="302"/>
        </pc:sldMkLst>
        <pc:spChg chg="mod">
          <ac:chgData name="William Estes" userId="a88fcdbc31b6f594" providerId="Windows Live" clId="Web-{463BAE71-8BB1-49F2-A6BB-F745AFA0A883}" dt="2020-09-07T02:50:01.844" v="58" actId="20577"/>
          <ac:spMkLst>
            <pc:docMk/>
            <pc:sldMk cId="871545074" sldId="302"/>
            <ac:spMk id="3" creationId="{1095E837-F77E-AE4D-944C-919B5D780AAA}"/>
          </ac:spMkLst>
        </pc:spChg>
        <pc:picChg chg="mod">
          <ac:chgData name="William Estes" userId="a88fcdbc31b6f594" providerId="Windows Live" clId="Web-{463BAE71-8BB1-49F2-A6BB-F745AFA0A883}" dt="2020-09-07T02:49:44.719" v="0" actId="1076"/>
          <ac:picMkLst>
            <pc:docMk/>
            <pc:sldMk cId="871545074" sldId="302"/>
            <ac:picMk id="4" creationId="{D5B4F8F0-E1EC-45B9-8407-773939B2E634}"/>
          </ac:picMkLst>
        </pc:picChg>
      </pc:sldChg>
      <pc:sldChg chg="modSp">
        <pc:chgData name="William Estes" userId="a88fcdbc31b6f594" providerId="Windows Live" clId="Web-{463BAE71-8BB1-49F2-A6BB-F745AFA0A883}" dt="2020-09-07T02:50:12.172" v="77" actId="20577"/>
        <pc:sldMkLst>
          <pc:docMk/>
          <pc:sldMk cId="284483567" sldId="303"/>
        </pc:sldMkLst>
        <pc:spChg chg="mod">
          <ac:chgData name="William Estes" userId="a88fcdbc31b6f594" providerId="Windows Live" clId="Web-{463BAE71-8BB1-49F2-A6BB-F745AFA0A883}" dt="2020-09-07T02:50:12.172" v="77" actId="20577"/>
          <ac:spMkLst>
            <pc:docMk/>
            <pc:sldMk cId="284483567" sldId="303"/>
            <ac:spMk id="3" creationId="{1095E837-F77E-AE4D-944C-919B5D780AAA}"/>
          </ac:spMkLst>
        </pc:spChg>
      </pc:sldChg>
    </pc:docChg>
  </pc:docChgLst>
  <pc:docChgLst>
    <pc:chgData name="William Estes" userId="a88fcdbc31b6f594" providerId="Windows Live" clId="Web-{10FD8D96-9E5A-4BEB-31AC-11A1018D4BCE}"/>
    <pc:docChg chg="addSld delSld modSld sldOrd">
      <pc:chgData name="William Estes" userId="a88fcdbc31b6f594" providerId="Windows Live" clId="Web-{10FD8D96-9E5A-4BEB-31AC-11A1018D4BCE}" dt="2020-08-30T22:08:08.246" v="1941" actId="1076"/>
      <pc:docMkLst>
        <pc:docMk/>
      </pc:docMkLst>
      <pc:sldChg chg="modSp">
        <pc:chgData name="William Estes" userId="a88fcdbc31b6f594" providerId="Windows Live" clId="Web-{10FD8D96-9E5A-4BEB-31AC-11A1018D4BCE}" dt="2020-08-30T20:13:45.867" v="0" actId="20577"/>
        <pc:sldMkLst>
          <pc:docMk/>
          <pc:sldMk cId="1945136841" sldId="256"/>
        </pc:sldMkLst>
        <pc:spChg chg="mod">
          <ac:chgData name="William Estes" userId="a88fcdbc31b6f594" providerId="Windows Live" clId="Web-{10FD8D96-9E5A-4BEB-31AC-11A1018D4BCE}" dt="2020-08-30T20:13:45.867" v="0" actId="20577"/>
          <ac:spMkLst>
            <pc:docMk/>
            <pc:sldMk cId="1945136841" sldId="256"/>
            <ac:spMk id="2" creationId="{073FCCB2-5FFC-AF47-90CA-9CC12D113DDD}"/>
          </ac:spMkLst>
        </pc:spChg>
      </pc:sldChg>
      <pc:sldChg chg="delSp modSp">
        <pc:chgData name="William Estes" userId="a88fcdbc31b6f594" providerId="Windows Live" clId="Web-{10FD8D96-9E5A-4BEB-31AC-11A1018D4BCE}" dt="2020-08-30T20:15:16.211" v="93"/>
        <pc:sldMkLst>
          <pc:docMk/>
          <pc:sldMk cId="1056604679" sldId="260"/>
        </pc:sldMkLst>
        <pc:spChg chg="mod">
          <ac:chgData name="William Estes" userId="a88fcdbc31b6f594" providerId="Windows Live" clId="Web-{10FD8D96-9E5A-4BEB-31AC-11A1018D4BCE}" dt="2020-08-30T20:15:14.961" v="90" actId="20577"/>
          <ac:spMkLst>
            <pc:docMk/>
            <pc:sldMk cId="1056604679" sldId="260"/>
            <ac:spMk id="3" creationId="{3713A5A2-1019-0143-BC00-1B8B12D7C198}"/>
          </ac:spMkLst>
        </pc:spChg>
        <pc:picChg chg="del">
          <ac:chgData name="William Estes" userId="a88fcdbc31b6f594" providerId="Windows Live" clId="Web-{10FD8D96-9E5A-4BEB-31AC-11A1018D4BCE}" dt="2020-08-30T20:15:16.211" v="93"/>
          <ac:picMkLst>
            <pc:docMk/>
            <pc:sldMk cId="1056604679" sldId="260"/>
            <ac:picMk id="7" creationId="{7D0999C3-1D3F-4622-9A1B-8DC734094F20}"/>
          </ac:picMkLst>
        </pc:picChg>
      </pc:sldChg>
      <pc:sldChg chg="del">
        <pc:chgData name="William Estes" userId="a88fcdbc31b6f594" providerId="Windows Live" clId="Web-{10FD8D96-9E5A-4BEB-31AC-11A1018D4BCE}" dt="2020-08-30T20:15:31.117" v="109"/>
        <pc:sldMkLst>
          <pc:docMk/>
          <pc:sldMk cId="2840496418" sldId="261"/>
        </pc:sldMkLst>
      </pc:sldChg>
      <pc:sldChg chg="modSp">
        <pc:chgData name="William Estes" userId="a88fcdbc31b6f594" providerId="Windows Live" clId="Web-{10FD8D96-9E5A-4BEB-31AC-11A1018D4BCE}" dt="2020-08-30T20:14:13.117" v="72" actId="20577"/>
        <pc:sldMkLst>
          <pc:docMk/>
          <pc:sldMk cId="830997286" sldId="264"/>
        </pc:sldMkLst>
        <pc:spChg chg="mod">
          <ac:chgData name="William Estes" userId="a88fcdbc31b6f594" providerId="Windows Live" clId="Web-{10FD8D96-9E5A-4BEB-31AC-11A1018D4BCE}" dt="2020-08-30T20:14:13.117" v="72" actId="20577"/>
          <ac:spMkLst>
            <pc:docMk/>
            <pc:sldMk cId="830997286" sldId="264"/>
            <ac:spMk id="3" creationId="{1095E837-F77E-AE4D-944C-919B5D780AAA}"/>
          </ac:spMkLst>
        </pc:spChg>
      </pc:sldChg>
      <pc:sldChg chg="del">
        <pc:chgData name="William Estes" userId="a88fcdbc31b6f594" providerId="Windows Live" clId="Web-{10FD8D96-9E5A-4BEB-31AC-11A1018D4BCE}" dt="2020-08-30T20:15:31.117" v="107"/>
        <pc:sldMkLst>
          <pc:docMk/>
          <pc:sldMk cId="2341259573" sldId="265"/>
        </pc:sldMkLst>
      </pc:sldChg>
      <pc:sldChg chg="del">
        <pc:chgData name="William Estes" userId="a88fcdbc31b6f594" providerId="Windows Live" clId="Web-{10FD8D96-9E5A-4BEB-31AC-11A1018D4BCE}" dt="2020-08-30T20:15:31.117" v="105"/>
        <pc:sldMkLst>
          <pc:docMk/>
          <pc:sldMk cId="1244393583" sldId="266"/>
        </pc:sldMkLst>
      </pc:sldChg>
      <pc:sldChg chg="modSp">
        <pc:chgData name="William Estes" userId="a88fcdbc31b6f594" providerId="Windows Live" clId="Web-{10FD8D96-9E5A-4BEB-31AC-11A1018D4BCE}" dt="2020-08-30T20:15:08.289" v="87" actId="20577"/>
        <pc:sldMkLst>
          <pc:docMk/>
          <pc:sldMk cId="3421889743" sldId="277"/>
        </pc:sldMkLst>
        <pc:spChg chg="mod">
          <ac:chgData name="William Estes" userId="a88fcdbc31b6f594" providerId="Windows Live" clId="Web-{10FD8D96-9E5A-4BEB-31AC-11A1018D4BCE}" dt="2020-08-30T20:15:08.289" v="87" actId="20577"/>
          <ac:spMkLst>
            <pc:docMk/>
            <pc:sldMk cId="3421889743" sldId="277"/>
            <ac:spMk id="4" creationId="{5C0E649D-E3FD-41FB-BA87-37C62725C740}"/>
          </ac:spMkLst>
        </pc:spChg>
      </pc:sldChg>
      <pc:sldChg chg="modSp">
        <pc:chgData name="William Estes" userId="a88fcdbc31b6f594" providerId="Windows Live" clId="Web-{10FD8D96-9E5A-4BEB-31AC-11A1018D4BCE}" dt="2020-08-30T20:17:06.883" v="130" actId="20577"/>
        <pc:sldMkLst>
          <pc:docMk/>
          <pc:sldMk cId="496210837" sldId="280"/>
        </pc:sldMkLst>
        <pc:spChg chg="mod">
          <ac:chgData name="William Estes" userId="a88fcdbc31b6f594" providerId="Windows Live" clId="Web-{10FD8D96-9E5A-4BEB-31AC-11A1018D4BCE}" dt="2020-08-30T20:17:06.883" v="130" actId="20577"/>
          <ac:spMkLst>
            <pc:docMk/>
            <pc:sldMk cId="496210837" sldId="280"/>
            <ac:spMk id="3" creationId="{3713A5A2-1019-0143-BC00-1B8B12D7C198}"/>
          </ac:spMkLst>
        </pc:spChg>
      </pc:sldChg>
      <pc:sldChg chg="del">
        <pc:chgData name="William Estes" userId="a88fcdbc31b6f594" providerId="Windows Live" clId="Web-{10FD8D96-9E5A-4BEB-31AC-11A1018D4BCE}" dt="2020-08-30T20:15:31.117" v="108"/>
        <pc:sldMkLst>
          <pc:docMk/>
          <pc:sldMk cId="1784549319" sldId="281"/>
        </pc:sldMkLst>
      </pc:sldChg>
      <pc:sldChg chg="del">
        <pc:chgData name="William Estes" userId="a88fcdbc31b6f594" providerId="Windows Live" clId="Web-{10FD8D96-9E5A-4BEB-31AC-11A1018D4BCE}" dt="2020-08-30T20:15:31.117" v="106"/>
        <pc:sldMkLst>
          <pc:docMk/>
          <pc:sldMk cId="2362235639" sldId="282"/>
        </pc:sldMkLst>
      </pc:sldChg>
      <pc:sldChg chg="del">
        <pc:chgData name="William Estes" userId="a88fcdbc31b6f594" providerId="Windows Live" clId="Web-{10FD8D96-9E5A-4BEB-31AC-11A1018D4BCE}" dt="2020-08-30T20:15:31.117" v="104"/>
        <pc:sldMkLst>
          <pc:docMk/>
          <pc:sldMk cId="3068982192" sldId="283"/>
        </pc:sldMkLst>
      </pc:sldChg>
      <pc:sldChg chg="del">
        <pc:chgData name="William Estes" userId="a88fcdbc31b6f594" providerId="Windows Live" clId="Web-{10FD8D96-9E5A-4BEB-31AC-11A1018D4BCE}" dt="2020-08-30T20:15:31.117" v="103"/>
        <pc:sldMkLst>
          <pc:docMk/>
          <pc:sldMk cId="1761172003" sldId="284"/>
        </pc:sldMkLst>
      </pc:sldChg>
      <pc:sldChg chg="del">
        <pc:chgData name="William Estes" userId="a88fcdbc31b6f594" providerId="Windows Live" clId="Web-{10FD8D96-9E5A-4BEB-31AC-11A1018D4BCE}" dt="2020-08-30T20:15:01.805" v="86"/>
        <pc:sldMkLst>
          <pc:docMk/>
          <pc:sldMk cId="1733125250" sldId="286"/>
        </pc:sldMkLst>
      </pc:sldChg>
      <pc:sldChg chg="del">
        <pc:chgData name="William Estes" userId="a88fcdbc31b6f594" providerId="Windows Live" clId="Web-{10FD8D96-9E5A-4BEB-31AC-11A1018D4BCE}" dt="2020-08-30T20:15:31.102" v="97"/>
        <pc:sldMkLst>
          <pc:docMk/>
          <pc:sldMk cId="3016926997" sldId="287"/>
        </pc:sldMkLst>
      </pc:sldChg>
      <pc:sldChg chg="del">
        <pc:chgData name="William Estes" userId="a88fcdbc31b6f594" providerId="Windows Live" clId="Web-{10FD8D96-9E5A-4BEB-31AC-11A1018D4BCE}" dt="2020-08-30T20:15:31.117" v="101"/>
        <pc:sldMkLst>
          <pc:docMk/>
          <pc:sldMk cId="285019892" sldId="288"/>
        </pc:sldMkLst>
      </pc:sldChg>
      <pc:sldChg chg="del">
        <pc:chgData name="William Estes" userId="a88fcdbc31b6f594" providerId="Windows Live" clId="Web-{10FD8D96-9E5A-4BEB-31AC-11A1018D4BCE}" dt="2020-08-30T20:15:31.117" v="100"/>
        <pc:sldMkLst>
          <pc:docMk/>
          <pc:sldMk cId="134332572" sldId="289"/>
        </pc:sldMkLst>
      </pc:sldChg>
      <pc:sldChg chg="del">
        <pc:chgData name="William Estes" userId="a88fcdbc31b6f594" providerId="Windows Live" clId="Web-{10FD8D96-9E5A-4BEB-31AC-11A1018D4BCE}" dt="2020-08-30T20:15:31.117" v="102"/>
        <pc:sldMkLst>
          <pc:docMk/>
          <pc:sldMk cId="187834809" sldId="290"/>
        </pc:sldMkLst>
      </pc:sldChg>
      <pc:sldChg chg="addSp delSp modSp">
        <pc:chgData name="William Estes" userId="a88fcdbc31b6f594" providerId="Windows Live" clId="Web-{10FD8D96-9E5A-4BEB-31AC-11A1018D4BCE}" dt="2020-08-30T20:20:17.228" v="231" actId="14100"/>
        <pc:sldMkLst>
          <pc:docMk/>
          <pc:sldMk cId="3007801671" sldId="291"/>
        </pc:sldMkLst>
        <pc:spChg chg="mod">
          <ac:chgData name="William Estes" userId="a88fcdbc31b6f594" providerId="Windows Live" clId="Web-{10FD8D96-9E5A-4BEB-31AC-11A1018D4BCE}" dt="2020-08-30T20:19:47.806" v="222" actId="20577"/>
          <ac:spMkLst>
            <pc:docMk/>
            <pc:sldMk cId="3007801671" sldId="291"/>
            <ac:spMk id="3" creationId="{1095E837-F77E-AE4D-944C-919B5D780AAA}"/>
          </ac:spMkLst>
        </pc:spChg>
        <pc:spChg chg="del">
          <ac:chgData name="William Estes" userId="a88fcdbc31b6f594" providerId="Windows Live" clId="Web-{10FD8D96-9E5A-4BEB-31AC-11A1018D4BCE}" dt="2020-08-30T20:14:28.226" v="77"/>
          <ac:spMkLst>
            <pc:docMk/>
            <pc:sldMk cId="3007801671" sldId="291"/>
            <ac:spMk id="4" creationId="{ADB1C674-FD00-4D6C-866A-6C5E6B13E5F3}"/>
          </ac:spMkLst>
        </pc:spChg>
        <pc:spChg chg="del">
          <ac:chgData name="William Estes" userId="a88fcdbc31b6f594" providerId="Windows Live" clId="Web-{10FD8D96-9E5A-4BEB-31AC-11A1018D4BCE}" dt="2020-08-30T20:14:30.586" v="78"/>
          <ac:spMkLst>
            <pc:docMk/>
            <pc:sldMk cId="3007801671" sldId="291"/>
            <ac:spMk id="5" creationId="{4952BA95-9BBD-41E0-9E5D-9FA167EAC776}"/>
          </ac:spMkLst>
        </pc:spChg>
        <pc:spChg chg="del">
          <ac:chgData name="William Estes" userId="a88fcdbc31b6f594" providerId="Windows Live" clId="Web-{10FD8D96-9E5A-4BEB-31AC-11A1018D4BCE}" dt="2020-08-30T20:14:47.195" v="79"/>
          <ac:spMkLst>
            <pc:docMk/>
            <pc:sldMk cId="3007801671" sldId="291"/>
            <ac:spMk id="6" creationId="{3A659AA7-456C-4E13-9785-37DE36D63852}"/>
          </ac:spMkLst>
        </pc:spChg>
        <pc:spChg chg="del">
          <ac:chgData name="William Estes" userId="a88fcdbc31b6f594" providerId="Windows Live" clId="Web-{10FD8D96-9E5A-4BEB-31AC-11A1018D4BCE}" dt="2020-08-30T20:14:48.711" v="80"/>
          <ac:spMkLst>
            <pc:docMk/>
            <pc:sldMk cId="3007801671" sldId="291"/>
            <ac:spMk id="7" creationId="{7886BCBF-684F-4CAE-A080-5AC735A7B257}"/>
          </ac:spMkLst>
        </pc:spChg>
        <pc:spChg chg="del">
          <ac:chgData name="William Estes" userId="a88fcdbc31b6f594" providerId="Windows Live" clId="Web-{10FD8D96-9E5A-4BEB-31AC-11A1018D4BCE}" dt="2020-08-30T20:14:50.148" v="81"/>
          <ac:spMkLst>
            <pc:docMk/>
            <pc:sldMk cId="3007801671" sldId="291"/>
            <ac:spMk id="8" creationId="{54FC6B76-B785-4E1A-B012-472FF0BBF661}"/>
          </ac:spMkLst>
        </pc:spChg>
        <pc:spChg chg="del">
          <ac:chgData name="William Estes" userId="a88fcdbc31b6f594" providerId="Windows Live" clId="Web-{10FD8D96-9E5A-4BEB-31AC-11A1018D4BCE}" dt="2020-08-30T20:14:51.508" v="82"/>
          <ac:spMkLst>
            <pc:docMk/>
            <pc:sldMk cId="3007801671" sldId="291"/>
            <ac:spMk id="9" creationId="{224E8681-C71E-4740-BFB7-94339D774377}"/>
          </ac:spMkLst>
        </pc:spChg>
        <pc:spChg chg="del">
          <ac:chgData name="William Estes" userId="a88fcdbc31b6f594" providerId="Windows Live" clId="Web-{10FD8D96-9E5A-4BEB-31AC-11A1018D4BCE}" dt="2020-08-30T20:14:52.602" v="83"/>
          <ac:spMkLst>
            <pc:docMk/>
            <pc:sldMk cId="3007801671" sldId="291"/>
            <ac:spMk id="10" creationId="{1D4A377E-20E9-42FA-9CBD-693081493559}"/>
          </ac:spMkLst>
        </pc:spChg>
        <pc:spChg chg="add mod">
          <ac:chgData name="William Estes" userId="a88fcdbc31b6f594" providerId="Windows Live" clId="Web-{10FD8D96-9E5A-4BEB-31AC-11A1018D4BCE}" dt="2020-08-30T20:20:17.228" v="231" actId="14100"/>
          <ac:spMkLst>
            <pc:docMk/>
            <pc:sldMk cId="3007801671" sldId="291"/>
            <ac:spMk id="12" creationId="{CF97C5AB-99C6-437C-B2DB-5A3F7C1729C7}"/>
          </ac:spMkLst>
        </pc:spChg>
        <pc:picChg chg="add mod">
          <ac:chgData name="William Estes" userId="a88fcdbc31b6f594" providerId="Windows Live" clId="Web-{10FD8D96-9E5A-4BEB-31AC-11A1018D4BCE}" dt="2020-08-30T20:19:55.072" v="227" actId="1076"/>
          <ac:picMkLst>
            <pc:docMk/>
            <pc:sldMk cId="3007801671" sldId="291"/>
            <ac:picMk id="11" creationId="{6D1F8C0C-6DC3-4A53-89E4-F31AE803855B}"/>
          </ac:picMkLst>
        </pc:picChg>
      </pc:sldChg>
      <pc:sldChg chg="del">
        <pc:chgData name="William Estes" userId="a88fcdbc31b6f594" providerId="Windows Live" clId="Web-{10FD8D96-9E5A-4BEB-31AC-11A1018D4BCE}" dt="2020-08-30T20:14:58.898" v="85"/>
        <pc:sldMkLst>
          <pc:docMk/>
          <pc:sldMk cId="171356189" sldId="292"/>
        </pc:sldMkLst>
      </pc:sldChg>
      <pc:sldChg chg="addSp delSp modSp add mod replId modClrScheme chgLayout">
        <pc:chgData name="William Estes" userId="a88fcdbc31b6f594" providerId="Windows Live" clId="Web-{10FD8D96-9E5A-4BEB-31AC-11A1018D4BCE}" dt="2020-08-30T20:42:34.107" v="866" actId="1076"/>
        <pc:sldMkLst>
          <pc:docMk/>
          <pc:sldMk cId="1031257587" sldId="292"/>
        </pc:sldMkLst>
        <pc:spChg chg="mod ord">
          <ac:chgData name="William Estes" userId="a88fcdbc31b6f594" providerId="Windows Live" clId="Web-{10FD8D96-9E5A-4BEB-31AC-11A1018D4BCE}" dt="2020-08-30T20:23:13.964" v="460"/>
          <ac:spMkLst>
            <pc:docMk/>
            <pc:sldMk cId="1031257587" sldId="292"/>
            <ac:spMk id="2" creationId="{5C86CBF7-69F7-7B44-ABCE-F80D6130EA7B}"/>
          </ac:spMkLst>
        </pc:spChg>
        <pc:spChg chg="mod ord">
          <ac:chgData name="William Estes" userId="a88fcdbc31b6f594" providerId="Windows Live" clId="Web-{10FD8D96-9E5A-4BEB-31AC-11A1018D4BCE}" dt="2020-08-30T20:23:13.964" v="460"/>
          <ac:spMkLst>
            <pc:docMk/>
            <pc:sldMk cId="1031257587" sldId="292"/>
            <ac:spMk id="3" creationId="{1095E837-F77E-AE4D-944C-919B5D780AAA}"/>
          </ac:spMkLst>
        </pc:spChg>
        <pc:spChg chg="add del mod ord">
          <ac:chgData name="William Estes" userId="a88fcdbc31b6f594" providerId="Windows Live" clId="Web-{10FD8D96-9E5A-4BEB-31AC-11A1018D4BCE}" dt="2020-08-30T20:23:13.964" v="460"/>
          <ac:spMkLst>
            <pc:docMk/>
            <pc:sldMk cId="1031257587" sldId="292"/>
            <ac:spMk id="4" creationId="{ED008AEC-C48C-465F-9CD1-1897012EF341}"/>
          </ac:spMkLst>
        </pc:spChg>
        <pc:spChg chg="add del mod ord">
          <ac:chgData name="William Estes" userId="a88fcdbc31b6f594" providerId="Windows Live" clId="Web-{10FD8D96-9E5A-4BEB-31AC-11A1018D4BCE}" dt="2020-08-30T20:23:13.964" v="460"/>
          <ac:spMkLst>
            <pc:docMk/>
            <pc:sldMk cId="1031257587" sldId="292"/>
            <ac:spMk id="5" creationId="{CA9D4ED6-9944-4826-A5D0-C66CBFFBAAAA}"/>
          </ac:spMkLst>
        </pc:spChg>
        <pc:spChg chg="add del mod ord">
          <ac:chgData name="William Estes" userId="a88fcdbc31b6f594" providerId="Windows Live" clId="Web-{10FD8D96-9E5A-4BEB-31AC-11A1018D4BCE}" dt="2020-08-30T20:23:13.964" v="460"/>
          <ac:spMkLst>
            <pc:docMk/>
            <pc:sldMk cId="1031257587" sldId="292"/>
            <ac:spMk id="6" creationId="{384646BD-C53A-44A9-839A-E65CB3BE6E39}"/>
          </ac:spMkLst>
        </pc:spChg>
        <pc:spChg chg="add mod">
          <ac:chgData name="William Estes" userId="a88fcdbc31b6f594" providerId="Windows Live" clId="Web-{10FD8D96-9E5A-4BEB-31AC-11A1018D4BCE}" dt="2020-08-30T20:42:16.481" v="856" actId="1076"/>
          <ac:spMkLst>
            <pc:docMk/>
            <pc:sldMk cId="1031257587" sldId="292"/>
            <ac:spMk id="7" creationId="{81FEAAF1-55EF-429A-832F-657DD1B08A00}"/>
          </ac:spMkLst>
        </pc:spChg>
        <pc:spChg chg="add mod">
          <ac:chgData name="William Estes" userId="a88fcdbc31b6f594" providerId="Windows Live" clId="Web-{10FD8D96-9E5A-4BEB-31AC-11A1018D4BCE}" dt="2020-08-30T20:42:19.653" v="858" actId="1076"/>
          <ac:spMkLst>
            <pc:docMk/>
            <pc:sldMk cId="1031257587" sldId="292"/>
            <ac:spMk id="10" creationId="{A6C69913-6E66-4EF9-912E-4787D37F112A}"/>
          </ac:spMkLst>
        </pc:spChg>
        <pc:spChg chg="del">
          <ac:chgData name="William Estes" userId="a88fcdbc31b6f594" providerId="Windows Live" clId="Web-{10FD8D96-9E5A-4BEB-31AC-11A1018D4BCE}" dt="2020-08-30T20:20:24.775" v="233"/>
          <ac:spMkLst>
            <pc:docMk/>
            <pc:sldMk cId="1031257587" sldId="292"/>
            <ac:spMk id="12" creationId="{CF97C5AB-99C6-437C-B2DB-5A3F7C1729C7}"/>
          </ac:spMkLst>
        </pc:spChg>
        <pc:spChg chg="add mod">
          <ac:chgData name="William Estes" userId="a88fcdbc31b6f594" providerId="Windows Live" clId="Web-{10FD8D96-9E5A-4BEB-31AC-11A1018D4BCE}" dt="2020-08-30T20:42:23.200" v="860" actId="1076"/>
          <ac:spMkLst>
            <pc:docMk/>
            <pc:sldMk cId="1031257587" sldId="292"/>
            <ac:spMk id="13" creationId="{FA79162F-1F9C-4BB6-9C39-96C8B58E86C3}"/>
          </ac:spMkLst>
        </pc:spChg>
        <pc:spChg chg="add mod">
          <ac:chgData name="William Estes" userId="a88fcdbc31b6f594" providerId="Windows Live" clId="Web-{10FD8D96-9E5A-4BEB-31AC-11A1018D4BCE}" dt="2020-08-30T20:42:26.263" v="862" actId="1076"/>
          <ac:spMkLst>
            <pc:docMk/>
            <pc:sldMk cId="1031257587" sldId="292"/>
            <ac:spMk id="14" creationId="{BC68A978-56D8-4B49-B046-44ACD0A585A4}"/>
          </ac:spMkLst>
        </pc:spChg>
        <pc:spChg chg="add mod">
          <ac:chgData name="William Estes" userId="a88fcdbc31b6f594" providerId="Windows Live" clId="Web-{10FD8D96-9E5A-4BEB-31AC-11A1018D4BCE}" dt="2020-08-30T20:42:30.403" v="864" actId="1076"/>
          <ac:spMkLst>
            <pc:docMk/>
            <pc:sldMk cId="1031257587" sldId="292"/>
            <ac:spMk id="15" creationId="{7F19F82B-0D64-4D93-8D94-101BBFB46765}"/>
          </ac:spMkLst>
        </pc:spChg>
        <pc:spChg chg="add mod">
          <ac:chgData name="William Estes" userId="a88fcdbc31b6f594" providerId="Windows Live" clId="Web-{10FD8D96-9E5A-4BEB-31AC-11A1018D4BCE}" dt="2020-08-30T20:42:34.107" v="866" actId="1076"/>
          <ac:spMkLst>
            <pc:docMk/>
            <pc:sldMk cId="1031257587" sldId="292"/>
            <ac:spMk id="16" creationId="{2CD967FC-6B82-4F09-938B-F9E74AB74DB5}"/>
          </ac:spMkLst>
        </pc:spChg>
        <pc:picChg chg="del">
          <ac:chgData name="William Estes" userId="a88fcdbc31b6f594" providerId="Windows Live" clId="Web-{10FD8D96-9E5A-4BEB-31AC-11A1018D4BCE}" dt="2020-08-30T20:20:25.681" v="234"/>
          <ac:picMkLst>
            <pc:docMk/>
            <pc:sldMk cId="1031257587" sldId="292"/>
            <ac:picMk id="11" creationId="{6D1F8C0C-6DC3-4A53-89E4-F31AE803855B}"/>
          </ac:picMkLst>
        </pc:picChg>
      </pc:sldChg>
      <pc:sldChg chg="modSp add replId">
        <pc:chgData name="William Estes" userId="a88fcdbc31b6f594" providerId="Windows Live" clId="Web-{10FD8D96-9E5A-4BEB-31AC-11A1018D4BCE}" dt="2020-08-30T20:28:30.565" v="589" actId="20577"/>
        <pc:sldMkLst>
          <pc:docMk/>
          <pc:sldMk cId="1361839843" sldId="293"/>
        </pc:sldMkLst>
        <pc:spChg chg="mod">
          <ac:chgData name="William Estes" userId="a88fcdbc31b6f594" providerId="Windows Live" clId="Web-{10FD8D96-9E5A-4BEB-31AC-11A1018D4BCE}" dt="2020-08-30T20:28:30.565" v="589" actId="20577"/>
          <ac:spMkLst>
            <pc:docMk/>
            <pc:sldMk cId="1361839843" sldId="293"/>
            <ac:spMk id="3" creationId="{1095E837-F77E-AE4D-944C-919B5D780AAA}"/>
          </ac:spMkLst>
        </pc:spChg>
      </pc:sldChg>
      <pc:sldChg chg="del">
        <pc:chgData name="William Estes" userId="a88fcdbc31b6f594" providerId="Windows Live" clId="Web-{10FD8D96-9E5A-4BEB-31AC-11A1018D4BCE}" dt="2020-08-30T20:14:57.258" v="84"/>
        <pc:sldMkLst>
          <pc:docMk/>
          <pc:sldMk cId="4024895595" sldId="293"/>
        </pc:sldMkLst>
      </pc:sldChg>
      <pc:sldChg chg="addSp modSp add replId">
        <pc:chgData name="William Estes" userId="a88fcdbc31b6f594" providerId="Windows Live" clId="Web-{10FD8D96-9E5A-4BEB-31AC-11A1018D4BCE}" dt="2020-08-30T20:36:22.510" v="628" actId="14100"/>
        <pc:sldMkLst>
          <pc:docMk/>
          <pc:sldMk cId="18420826" sldId="294"/>
        </pc:sldMkLst>
        <pc:spChg chg="mod">
          <ac:chgData name="William Estes" userId="a88fcdbc31b6f594" providerId="Windows Live" clId="Web-{10FD8D96-9E5A-4BEB-31AC-11A1018D4BCE}" dt="2020-08-30T20:35:58.901" v="623" actId="20577"/>
          <ac:spMkLst>
            <pc:docMk/>
            <pc:sldMk cId="18420826" sldId="294"/>
            <ac:spMk id="3" creationId="{1095E837-F77E-AE4D-944C-919B5D780AAA}"/>
          </ac:spMkLst>
        </pc:spChg>
        <pc:picChg chg="add mod">
          <ac:chgData name="William Estes" userId="a88fcdbc31b6f594" providerId="Windows Live" clId="Web-{10FD8D96-9E5A-4BEB-31AC-11A1018D4BCE}" dt="2020-08-30T20:36:22.510" v="628" actId="14100"/>
          <ac:picMkLst>
            <pc:docMk/>
            <pc:sldMk cId="18420826" sldId="294"/>
            <ac:picMk id="4" creationId="{F86C7889-CD4D-48A5-84FB-A1AF08FD274C}"/>
          </ac:picMkLst>
        </pc:picChg>
      </pc:sldChg>
      <pc:sldChg chg="del">
        <pc:chgData name="William Estes" userId="a88fcdbc31b6f594" providerId="Windows Live" clId="Web-{10FD8D96-9E5A-4BEB-31AC-11A1018D4BCE}" dt="2020-08-30T20:15:31.102" v="96"/>
        <pc:sldMkLst>
          <pc:docMk/>
          <pc:sldMk cId="3221878255" sldId="294"/>
        </pc:sldMkLst>
      </pc:sldChg>
      <pc:sldChg chg="addSp modSp add ord replId">
        <pc:chgData name="William Estes" userId="a88fcdbc31b6f594" providerId="Windows Live" clId="Web-{10FD8D96-9E5A-4BEB-31AC-11A1018D4BCE}" dt="2020-08-30T20:41:08.450" v="853" actId="1076"/>
        <pc:sldMkLst>
          <pc:docMk/>
          <pc:sldMk cId="2184220433" sldId="295"/>
        </pc:sldMkLst>
        <pc:spChg chg="mod">
          <ac:chgData name="William Estes" userId="a88fcdbc31b6f594" providerId="Windows Live" clId="Web-{10FD8D96-9E5A-4BEB-31AC-11A1018D4BCE}" dt="2020-08-30T20:40:47.512" v="845" actId="20577"/>
          <ac:spMkLst>
            <pc:docMk/>
            <pc:sldMk cId="2184220433" sldId="295"/>
            <ac:spMk id="3" creationId="{1095E837-F77E-AE4D-944C-919B5D780AAA}"/>
          </ac:spMkLst>
        </pc:spChg>
        <pc:spChg chg="add mod">
          <ac:chgData name="William Estes" userId="a88fcdbc31b6f594" providerId="Windows Live" clId="Web-{10FD8D96-9E5A-4BEB-31AC-11A1018D4BCE}" dt="2020-08-30T20:41:00.028" v="850" actId="14100"/>
          <ac:spMkLst>
            <pc:docMk/>
            <pc:sldMk cId="2184220433" sldId="295"/>
            <ac:spMk id="5" creationId="{7B16B923-1F9B-4609-AF2C-FA03D25659EE}"/>
          </ac:spMkLst>
        </pc:spChg>
        <pc:picChg chg="add mod">
          <ac:chgData name="William Estes" userId="a88fcdbc31b6f594" providerId="Windows Live" clId="Web-{10FD8D96-9E5A-4BEB-31AC-11A1018D4BCE}" dt="2020-08-30T20:41:08.450" v="853" actId="1076"/>
          <ac:picMkLst>
            <pc:docMk/>
            <pc:sldMk cId="2184220433" sldId="295"/>
            <ac:picMk id="4" creationId="{04D5CF95-8307-4AE3-987D-18DF7B0726A2}"/>
          </ac:picMkLst>
        </pc:picChg>
      </pc:sldChg>
      <pc:sldChg chg="del">
        <pc:chgData name="William Estes" userId="a88fcdbc31b6f594" providerId="Windows Live" clId="Web-{10FD8D96-9E5A-4BEB-31AC-11A1018D4BCE}" dt="2020-08-30T20:15:31.102" v="95"/>
        <pc:sldMkLst>
          <pc:docMk/>
          <pc:sldMk cId="3635157167" sldId="295"/>
        </pc:sldMkLst>
      </pc:sldChg>
      <pc:sldChg chg="addSp delSp modSp add replId">
        <pc:chgData name="William Estes" userId="a88fcdbc31b6f594" providerId="Windows Live" clId="Web-{10FD8D96-9E5A-4BEB-31AC-11A1018D4BCE}" dt="2020-08-30T20:55:37.564" v="1030" actId="20577"/>
        <pc:sldMkLst>
          <pc:docMk/>
          <pc:sldMk cId="1522982694" sldId="296"/>
        </pc:sldMkLst>
        <pc:spChg chg="mod">
          <ac:chgData name="William Estes" userId="a88fcdbc31b6f594" providerId="Windows Live" clId="Web-{10FD8D96-9E5A-4BEB-31AC-11A1018D4BCE}" dt="2020-08-30T20:55:37.564" v="1030" actId="20577"/>
          <ac:spMkLst>
            <pc:docMk/>
            <pc:sldMk cId="1522982694" sldId="296"/>
            <ac:spMk id="3" creationId="{1095E837-F77E-AE4D-944C-919B5D780AAA}"/>
          </ac:spMkLst>
        </pc:spChg>
        <pc:spChg chg="del">
          <ac:chgData name="William Estes" userId="a88fcdbc31b6f594" providerId="Windows Live" clId="Web-{10FD8D96-9E5A-4BEB-31AC-11A1018D4BCE}" dt="2020-08-30T20:47:01.499" v="872"/>
          <ac:spMkLst>
            <pc:docMk/>
            <pc:sldMk cId="1522982694" sldId="296"/>
            <ac:spMk id="5" creationId="{7B16B923-1F9B-4609-AF2C-FA03D25659EE}"/>
          </ac:spMkLst>
        </pc:spChg>
        <pc:spChg chg="add mod">
          <ac:chgData name="William Estes" userId="a88fcdbc31b6f594" providerId="Windows Live" clId="Web-{10FD8D96-9E5A-4BEB-31AC-11A1018D4BCE}" dt="2020-08-30T20:48:48.905" v="913" actId="14100"/>
          <ac:spMkLst>
            <pc:docMk/>
            <pc:sldMk cId="1522982694" sldId="296"/>
            <ac:spMk id="6" creationId="{8D3881AF-2AF0-4DF1-977D-DEFDD2FCFF0A}"/>
          </ac:spMkLst>
        </pc:spChg>
        <pc:spChg chg="add mod">
          <ac:chgData name="William Estes" userId="a88fcdbc31b6f594" providerId="Windows Live" clId="Web-{10FD8D96-9E5A-4BEB-31AC-11A1018D4BCE}" dt="2020-08-30T20:51:06.469" v="963" actId="14100"/>
          <ac:spMkLst>
            <pc:docMk/>
            <pc:sldMk cId="1522982694" sldId="296"/>
            <ac:spMk id="7" creationId="{F5D9FE73-3240-4541-BA18-9018D3F5BAA8}"/>
          </ac:spMkLst>
        </pc:spChg>
        <pc:picChg chg="del">
          <ac:chgData name="William Estes" userId="a88fcdbc31b6f594" providerId="Windows Live" clId="Web-{10FD8D96-9E5A-4BEB-31AC-11A1018D4BCE}" dt="2020-08-30T20:46:55.764" v="868"/>
          <ac:picMkLst>
            <pc:docMk/>
            <pc:sldMk cId="1522982694" sldId="296"/>
            <ac:picMk id="4" creationId="{04D5CF95-8307-4AE3-987D-18DF7B0726A2}"/>
          </ac:picMkLst>
        </pc:picChg>
        <pc:picChg chg="add mod">
          <ac:chgData name="William Estes" userId="a88fcdbc31b6f594" providerId="Windows Live" clId="Web-{10FD8D96-9E5A-4BEB-31AC-11A1018D4BCE}" dt="2020-08-30T20:54:23.954" v="967" actId="1076"/>
          <ac:picMkLst>
            <pc:docMk/>
            <pc:sldMk cId="1522982694" sldId="296"/>
            <ac:picMk id="8" creationId="{0B629BCE-AF24-4351-ADB1-FA7CD0617AB7}"/>
          </ac:picMkLst>
        </pc:picChg>
      </pc:sldChg>
      <pc:sldChg chg="addSp delSp modSp add replId">
        <pc:chgData name="William Estes" userId="a88fcdbc31b6f594" providerId="Windows Live" clId="Web-{10FD8D96-9E5A-4BEB-31AC-11A1018D4BCE}" dt="2020-08-30T21:10:54.399" v="1198" actId="1076"/>
        <pc:sldMkLst>
          <pc:docMk/>
          <pc:sldMk cId="3207294362" sldId="297"/>
        </pc:sldMkLst>
        <pc:spChg chg="mod">
          <ac:chgData name="William Estes" userId="a88fcdbc31b6f594" providerId="Windows Live" clId="Web-{10FD8D96-9E5A-4BEB-31AC-11A1018D4BCE}" dt="2020-08-30T21:10:48.633" v="1193" actId="20577"/>
          <ac:spMkLst>
            <pc:docMk/>
            <pc:sldMk cId="3207294362" sldId="297"/>
            <ac:spMk id="3" creationId="{1095E837-F77E-AE4D-944C-919B5D780AAA}"/>
          </ac:spMkLst>
        </pc:spChg>
        <pc:spChg chg="del">
          <ac:chgData name="William Estes" userId="a88fcdbc31b6f594" providerId="Windows Live" clId="Web-{10FD8D96-9E5A-4BEB-31AC-11A1018D4BCE}" dt="2020-08-30T21:03:15.068" v="1035"/>
          <ac:spMkLst>
            <pc:docMk/>
            <pc:sldMk cId="3207294362" sldId="297"/>
            <ac:spMk id="6" creationId="{8D3881AF-2AF0-4DF1-977D-DEFDD2FCFF0A}"/>
          </ac:spMkLst>
        </pc:spChg>
        <pc:spChg chg="del">
          <ac:chgData name="William Estes" userId="a88fcdbc31b6f594" providerId="Windows Live" clId="Web-{10FD8D96-9E5A-4BEB-31AC-11A1018D4BCE}" dt="2020-08-30T21:03:12.630" v="1034"/>
          <ac:spMkLst>
            <pc:docMk/>
            <pc:sldMk cId="3207294362" sldId="297"/>
            <ac:spMk id="7" creationId="{F5D9FE73-3240-4541-BA18-9018D3F5BAA8}"/>
          </ac:spMkLst>
        </pc:spChg>
        <pc:picChg chg="add mod">
          <ac:chgData name="William Estes" userId="a88fcdbc31b6f594" providerId="Windows Live" clId="Web-{10FD8D96-9E5A-4BEB-31AC-11A1018D4BCE}" dt="2020-08-30T21:10:54.399" v="1198" actId="1076"/>
          <ac:picMkLst>
            <pc:docMk/>
            <pc:sldMk cId="3207294362" sldId="297"/>
            <ac:picMk id="4" creationId="{42593F90-D938-4E7A-9AC8-891253E5C3BA}"/>
          </ac:picMkLst>
        </pc:picChg>
        <pc:picChg chg="del">
          <ac:chgData name="William Estes" userId="a88fcdbc31b6f594" providerId="Windows Live" clId="Web-{10FD8D96-9E5A-4BEB-31AC-11A1018D4BCE}" dt="2020-08-30T21:03:08.427" v="1033"/>
          <ac:picMkLst>
            <pc:docMk/>
            <pc:sldMk cId="3207294362" sldId="297"/>
            <ac:picMk id="8" creationId="{0B629BCE-AF24-4351-ADB1-FA7CD0617AB7}"/>
          </ac:picMkLst>
        </pc:picChg>
      </pc:sldChg>
      <pc:sldChg chg="addSp delSp modSp add replId">
        <pc:chgData name="William Estes" userId="a88fcdbc31b6f594" providerId="Windows Live" clId="Web-{10FD8D96-9E5A-4BEB-31AC-11A1018D4BCE}" dt="2020-08-30T21:22:49.090" v="1363" actId="14100"/>
        <pc:sldMkLst>
          <pc:docMk/>
          <pc:sldMk cId="827534898" sldId="298"/>
        </pc:sldMkLst>
        <pc:spChg chg="mod">
          <ac:chgData name="William Estes" userId="a88fcdbc31b6f594" providerId="Windows Live" clId="Web-{10FD8D96-9E5A-4BEB-31AC-11A1018D4BCE}" dt="2020-08-30T21:22:45.122" v="1360" actId="20577"/>
          <ac:spMkLst>
            <pc:docMk/>
            <pc:sldMk cId="827534898" sldId="298"/>
            <ac:spMk id="3" creationId="{1095E837-F77E-AE4D-944C-919B5D780AAA}"/>
          </ac:spMkLst>
        </pc:spChg>
        <pc:picChg chg="del">
          <ac:chgData name="William Estes" userId="a88fcdbc31b6f594" providerId="Windows Live" clId="Web-{10FD8D96-9E5A-4BEB-31AC-11A1018D4BCE}" dt="2020-08-30T21:11:09.149" v="1200"/>
          <ac:picMkLst>
            <pc:docMk/>
            <pc:sldMk cId="827534898" sldId="298"/>
            <ac:picMk id="4" creationId="{42593F90-D938-4E7A-9AC8-891253E5C3BA}"/>
          </ac:picMkLst>
        </pc:picChg>
        <pc:picChg chg="add mod">
          <ac:chgData name="William Estes" userId="a88fcdbc31b6f594" providerId="Windows Live" clId="Web-{10FD8D96-9E5A-4BEB-31AC-11A1018D4BCE}" dt="2020-08-30T21:22:49.090" v="1363" actId="14100"/>
          <ac:picMkLst>
            <pc:docMk/>
            <pc:sldMk cId="827534898" sldId="298"/>
            <ac:picMk id="5" creationId="{4782406E-292E-4236-9924-39FDA804D487}"/>
          </ac:picMkLst>
        </pc:picChg>
      </pc:sldChg>
      <pc:sldChg chg="del">
        <pc:chgData name="William Estes" userId="a88fcdbc31b6f594" providerId="Windows Live" clId="Web-{10FD8D96-9E5A-4BEB-31AC-11A1018D4BCE}" dt="2020-08-30T20:15:31.117" v="99"/>
        <pc:sldMkLst>
          <pc:docMk/>
          <pc:sldMk cId="1978656173" sldId="298"/>
        </pc:sldMkLst>
      </pc:sldChg>
      <pc:sldChg chg="del">
        <pc:chgData name="William Estes" userId="a88fcdbc31b6f594" providerId="Windows Live" clId="Web-{10FD8D96-9E5A-4BEB-31AC-11A1018D4BCE}" dt="2020-08-30T20:15:31.102" v="98"/>
        <pc:sldMkLst>
          <pc:docMk/>
          <pc:sldMk cId="1101533116" sldId="299"/>
        </pc:sldMkLst>
      </pc:sldChg>
      <pc:sldChg chg="addSp delSp modSp add replId">
        <pc:chgData name="William Estes" userId="a88fcdbc31b6f594" providerId="Windows Live" clId="Web-{10FD8D96-9E5A-4BEB-31AC-11A1018D4BCE}" dt="2020-08-30T21:37:50.173" v="1475" actId="20577"/>
        <pc:sldMkLst>
          <pc:docMk/>
          <pc:sldMk cId="4080448644" sldId="299"/>
        </pc:sldMkLst>
        <pc:spChg chg="mod">
          <ac:chgData name="William Estes" userId="a88fcdbc31b6f594" providerId="Windows Live" clId="Web-{10FD8D96-9E5A-4BEB-31AC-11A1018D4BCE}" dt="2020-08-30T21:37:50.173" v="1475" actId="20577"/>
          <ac:spMkLst>
            <pc:docMk/>
            <pc:sldMk cId="4080448644" sldId="299"/>
            <ac:spMk id="3" creationId="{1095E837-F77E-AE4D-944C-919B5D780AAA}"/>
          </ac:spMkLst>
        </pc:spChg>
        <pc:picChg chg="add mod">
          <ac:chgData name="William Estes" userId="a88fcdbc31b6f594" providerId="Windows Live" clId="Web-{10FD8D96-9E5A-4BEB-31AC-11A1018D4BCE}" dt="2020-08-30T21:35:40.829" v="1449" actId="1076"/>
          <ac:picMkLst>
            <pc:docMk/>
            <pc:sldMk cId="4080448644" sldId="299"/>
            <ac:picMk id="4" creationId="{5CE153C2-E53B-443F-A1B7-1CECE7EE55A0}"/>
          </ac:picMkLst>
        </pc:picChg>
        <pc:picChg chg="del">
          <ac:chgData name="William Estes" userId="a88fcdbc31b6f594" providerId="Windows Live" clId="Web-{10FD8D96-9E5A-4BEB-31AC-11A1018D4BCE}" dt="2020-08-30T21:33:25.329" v="1376"/>
          <ac:picMkLst>
            <pc:docMk/>
            <pc:sldMk cId="4080448644" sldId="299"/>
            <ac:picMk id="5" creationId="{4782406E-292E-4236-9924-39FDA804D487}"/>
          </ac:picMkLst>
        </pc:picChg>
      </pc:sldChg>
      <pc:sldChg chg="del">
        <pc:chgData name="William Estes" userId="a88fcdbc31b6f594" providerId="Windows Live" clId="Web-{10FD8D96-9E5A-4BEB-31AC-11A1018D4BCE}" dt="2020-08-30T20:15:31.102" v="94"/>
        <pc:sldMkLst>
          <pc:docMk/>
          <pc:sldMk cId="433070316" sldId="300"/>
        </pc:sldMkLst>
      </pc:sldChg>
      <pc:sldChg chg="add del replId">
        <pc:chgData name="William Estes" userId="a88fcdbc31b6f594" providerId="Windows Live" clId="Web-{10FD8D96-9E5A-4BEB-31AC-11A1018D4BCE}" dt="2020-08-30T21:35:57.673" v="1450"/>
        <pc:sldMkLst>
          <pc:docMk/>
          <pc:sldMk cId="1750154891" sldId="300"/>
        </pc:sldMkLst>
      </pc:sldChg>
      <pc:sldChg chg="addSp delSp modSp add replId">
        <pc:chgData name="William Estes" userId="a88fcdbc31b6f594" providerId="Windows Live" clId="Web-{10FD8D96-9E5A-4BEB-31AC-11A1018D4BCE}" dt="2020-08-30T21:42:58.862" v="1534" actId="20577"/>
        <pc:sldMkLst>
          <pc:docMk/>
          <pc:sldMk cId="4113558887" sldId="300"/>
        </pc:sldMkLst>
        <pc:spChg chg="mod">
          <ac:chgData name="William Estes" userId="a88fcdbc31b6f594" providerId="Windows Live" clId="Web-{10FD8D96-9E5A-4BEB-31AC-11A1018D4BCE}" dt="2020-08-30T21:42:58.862" v="1534" actId="20577"/>
          <ac:spMkLst>
            <pc:docMk/>
            <pc:sldMk cId="4113558887" sldId="300"/>
            <ac:spMk id="3" creationId="{1095E837-F77E-AE4D-944C-919B5D780AAA}"/>
          </ac:spMkLst>
        </pc:spChg>
        <pc:picChg chg="del">
          <ac:chgData name="William Estes" userId="a88fcdbc31b6f594" providerId="Windows Live" clId="Web-{10FD8D96-9E5A-4BEB-31AC-11A1018D4BCE}" dt="2020-08-30T21:38:48.674" v="1478"/>
          <ac:picMkLst>
            <pc:docMk/>
            <pc:sldMk cId="4113558887" sldId="300"/>
            <ac:picMk id="4" creationId="{5CE153C2-E53B-443F-A1B7-1CECE7EE55A0}"/>
          </ac:picMkLst>
        </pc:picChg>
        <pc:picChg chg="add mod">
          <ac:chgData name="William Estes" userId="a88fcdbc31b6f594" providerId="Windows Live" clId="Web-{10FD8D96-9E5A-4BEB-31AC-11A1018D4BCE}" dt="2020-08-30T21:42:40.644" v="1482" actId="14100"/>
          <ac:picMkLst>
            <pc:docMk/>
            <pc:sldMk cId="4113558887" sldId="300"/>
            <ac:picMk id="5" creationId="{D37651DB-3834-493B-8A24-2FE8EFC6849E}"/>
          </ac:picMkLst>
        </pc:picChg>
      </pc:sldChg>
      <pc:sldChg chg="delSp modSp add replId">
        <pc:chgData name="William Estes" userId="a88fcdbc31b6f594" providerId="Windows Live" clId="Web-{10FD8D96-9E5A-4BEB-31AC-11A1018D4BCE}" dt="2020-08-30T21:55:33.804" v="1808" actId="20577"/>
        <pc:sldMkLst>
          <pc:docMk/>
          <pc:sldMk cId="356878534" sldId="301"/>
        </pc:sldMkLst>
        <pc:spChg chg="mod">
          <ac:chgData name="William Estes" userId="a88fcdbc31b6f594" providerId="Windows Live" clId="Web-{10FD8D96-9E5A-4BEB-31AC-11A1018D4BCE}" dt="2020-08-30T21:55:33.804" v="1808" actId="20577"/>
          <ac:spMkLst>
            <pc:docMk/>
            <pc:sldMk cId="356878534" sldId="301"/>
            <ac:spMk id="3" creationId="{1095E837-F77E-AE4D-944C-919B5D780AAA}"/>
          </ac:spMkLst>
        </pc:spChg>
        <pc:spChg chg="del">
          <ac:chgData name="William Estes" userId="a88fcdbc31b6f594" providerId="Windows Live" clId="Web-{10FD8D96-9E5A-4BEB-31AC-11A1018D4BCE}" dt="2020-08-30T21:52:34.553" v="1606"/>
          <ac:spMkLst>
            <pc:docMk/>
            <pc:sldMk cId="356878534" sldId="301"/>
            <ac:spMk id="5" creationId="{7B16B923-1F9B-4609-AF2C-FA03D25659EE}"/>
          </ac:spMkLst>
        </pc:spChg>
        <pc:picChg chg="del">
          <ac:chgData name="William Estes" userId="a88fcdbc31b6f594" providerId="Windows Live" clId="Web-{10FD8D96-9E5A-4BEB-31AC-11A1018D4BCE}" dt="2020-08-30T21:52:58.709" v="1646"/>
          <ac:picMkLst>
            <pc:docMk/>
            <pc:sldMk cId="356878534" sldId="301"/>
            <ac:picMk id="4" creationId="{04D5CF95-8307-4AE3-987D-18DF7B0726A2}"/>
          </ac:picMkLst>
        </pc:picChg>
      </pc:sldChg>
      <pc:sldChg chg="addSp delSp modSp add replId">
        <pc:chgData name="William Estes" userId="a88fcdbc31b6f594" providerId="Windows Live" clId="Web-{10FD8D96-9E5A-4BEB-31AC-11A1018D4BCE}" dt="2020-08-30T22:05:58.839" v="1932" actId="20577"/>
        <pc:sldMkLst>
          <pc:docMk/>
          <pc:sldMk cId="871545074" sldId="302"/>
        </pc:sldMkLst>
        <pc:spChg chg="mod">
          <ac:chgData name="William Estes" userId="a88fcdbc31b6f594" providerId="Windows Live" clId="Web-{10FD8D96-9E5A-4BEB-31AC-11A1018D4BCE}" dt="2020-08-30T22:05:58.839" v="1932" actId="20577"/>
          <ac:spMkLst>
            <pc:docMk/>
            <pc:sldMk cId="871545074" sldId="302"/>
            <ac:spMk id="3" creationId="{1095E837-F77E-AE4D-944C-919B5D780AAA}"/>
          </ac:spMkLst>
        </pc:spChg>
        <pc:picChg chg="add mod">
          <ac:chgData name="William Estes" userId="a88fcdbc31b6f594" providerId="Windows Live" clId="Web-{10FD8D96-9E5A-4BEB-31AC-11A1018D4BCE}" dt="2020-08-30T22:01:41.978" v="1869" actId="1076"/>
          <ac:picMkLst>
            <pc:docMk/>
            <pc:sldMk cId="871545074" sldId="302"/>
            <ac:picMk id="4" creationId="{D5B4F8F0-E1EC-45B9-8407-773939B2E634}"/>
          </ac:picMkLst>
        </pc:picChg>
        <pc:picChg chg="del">
          <ac:chgData name="William Estes" userId="a88fcdbc31b6f594" providerId="Windows Live" clId="Web-{10FD8D96-9E5A-4BEB-31AC-11A1018D4BCE}" dt="2020-08-30T22:01:13.868" v="1865"/>
          <ac:picMkLst>
            <pc:docMk/>
            <pc:sldMk cId="871545074" sldId="302"/>
            <ac:picMk id="5" creationId="{D37651DB-3834-493B-8A24-2FE8EFC6849E}"/>
          </ac:picMkLst>
        </pc:picChg>
      </pc:sldChg>
      <pc:sldChg chg="addSp delSp modSp add replId">
        <pc:chgData name="William Estes" userId="a88fcdbc31b6f594" providerId="Windows Live" clId="Web-{10FD8D96-9E5A-4BEB-31AC-11A1018D4BCE}" dt="2020-08-30T22:08:08.246" v="1941" actId="1076"/>
        <pc:sldMkLst>
          <pc:docMk/>
          <pc:sldMk cId="284483567" sldId="303"/>
        </pc:sldMkLst>
        <pc:spChg chg="mod">
          <ac:chgData name="William Estes" userId="a88fcdbc31b6f594" providerId="Windows Live" clId="Web-{10FD8D96-9E5A-4BEB-31AC-11A1018D4BCE}" dt="2020-08-30T22:05:48.073" v="1918" actId="20577"/>
          <ac:spMkLst>
            <pc:docMk/>
            <pc:sldMk cId="284483567" sldId="303"/>
            <ac:spMk id="3" creationId="{1095E837-F77E-AE4D-944C-919B5D780AAA}"/>
          </ac:spMkLst>
        </pc:spChg>
        <pc:picChg chg="del">
          <ac:chgData name="William Estes" userId="a88fcdbc31b6f594" providerId="Windows Live" clId="Web-{10FD8D96-9E5A-4BEB-31AC-11A1018D4BCE}" dt="2020-08-30T22:06:03.823" v="1934"/>
          <ac:picMkLst>
            <pc:docMk/>
            <pc:sldMk cId="284483567" sldId="303"/>
            <ac:picMk id="4" creationId="{D5B4F8F0-E1EC-45B9-8407-773939B2E634}"/>
          </ac:picMkLst>
        </pc:picChg>
        <pc:picChg chg="add mod">
          <ac:chgData name="William Estes" userId="a88fcdbc31b6f594" providerId="Windows Live" clId="Web-{10FD8D96-9E5A-4BEB-31AC-11A1018D4BCE}" dt="2020-08-30T22:06:38.511" v="1937" actId="14100"/>
          <ac:picMkLst>
            <pc:docMk/>
            <pc:sldMk cId="284483567" sldId="303"/>
            <ac:picMk id="5" creationId="{37922CBB-1EDC-42F3-87C5-053506E379CC}"/>
          </ac:picMkLst>
        </pc:picChg>
        <pc:picChg chg="add mod">
          <ac:chgData name="William Estes" userId="a88fcdbc31b6f594" providerId="Windows Live" clId="Web-{10FD8D96-9E5A-4BEB-31AC-11A1018D4BCE}" dt="2020-08-30T22:08:08.246" v="1941" actId="1076"/>
          <ac:picMkLst>
            <pc:docMk/>
            <pc:sldMk cId="284483567" sldId="303"/>
            <ac:picMk id="6" creationId="{16C7BFAC-F852-4D7A-8E04-672944FD9991}"/>
          </ac:picMkLst>
        </pc:picChg>
      </pc:sldChg>
    </pc:docChg>
  </pc:docChgLst>
  <pc:docChgLst>
    <pc:chgData name="William Estes" userId="a88fcdbc31b6f594" providerId="Windows Live" clId="Web-{35A3101A-D41B-4A2D-AFF9-75FF92470CD9}"/>
    <pc:docChg chg="modSld">
      <pc:chgData name="William Estes" userId="a88fcdbc31b6f594" providerId="Windows Live" clId="Web-{35A3101A-D41B-4A2D-AFF9-75FF92470CD9}" dt="2020-09-12T21:02:13.739" v="7" actId="20577"/>
      <pc:docMkLst>
        <pc:docMk/>
      </pc:docMkLst>
      <pc:sldChg chg="modSp">
        <pc:chgData name="William Estes" userId="a88fcdbc31b6f594" providerId="Windows Live" clId="Web-{35A3101A-D41B-4A2D-AFF9-75FF92470CD9}" dt="2020-09-12T21:02:13.739" v="6" actId="20577"/>
        <pc:sldMkLst>
          <pc:docMk/>
          <pc:sldMk cId="4242654959" sldId="304"/>
        </pc:sldMkLst>
        <pc:spChg chg="mod">
          <ac:chgData name="William Estes" userId="a88fcdbc31b6f594" providerId="Windows Live" clId="Web-{35A3101A-D41B-4A2D-AFF9-75FF92470CD9}" dt="2020-09-12T21:02:13.739" v="6" actId="20577"/>
          <ac:spMkLst>
            <pc:docMk/>
            <pc:sldMk cId="4242654959" sldId="304"/>
            <ac:spMk id="4" creationId="{5C0E649D-E3FD-41FB-BA87-37C62725C740}"/>
          </ac:spMkLst>
        </pc:spChg>
      </pc:sldChg>
    </pc:docChg>
  </pc:docChgLst>
  <pc:docChgLst>
    <pc:chgData name="William Estes" userId="a88fcdbc31b6f594" providerId="Windows Live" clId="Web-{53BDE15D-C984-41FC-29A9-B9E08664827E}"/>
    <pc:docChg chg="addSld modSld sldOrd">
      <pc:chgData name="William Estes" userId="a88fcdbc31b6f594" providerId="Windows Live" clId="Web-{53BDE15D-C984-41FC-29A9-B9E08664827E}" dt="2020-09-01T03:31:16.808" v="92" actId="20577"/>
      <pc:docMkLst>
        <pc:docMk/>
      </pc:docMkLst>
      <pc:sldChg chg="modSp">
        <pc:chgData name="William Estes" userId="a88fcdbc31b6f594" providerId="Windows Live" clId="Web-{53BDE15D-C984-41FC-29A9-B9E08664827E}" dt="2020-09-01T03:30:18.011" v="63" actId="20577"/>
        <pc:sldMkLst>
          <pc:docMk/>
          <pc:sldMk cId="830997286" sldId="264"/>
        </pc:sldMkLst>
        <pc:spChg chg="mod">
          <ac:chgData name="William Estes" userId="a88fcdbc31b6f594" providerId="Windows Live" clId="Web-{53BDE15D-C984-41FC-29A9-B9E08664827E}" dt="2020-09-01T03:30:18.011" v="63" actId="20577"/>
          <ac:spMkLst>
            <pc:docMk/>
            <pc:sldMk cId="830997286" sldId="264"/>
            <ac:spMk id="3" creationId="{1095E837-F77E-AE4D-944C-919B5D780AAA}"/>
          </ac:spMkLst>
        </pc:spChg>
      </pc:sldChg>
      <pc:sldChg chg="add">
        <pc:chgData name="William Estes" userId="a88fcdbc31b6f594" providerId="Windows Live" clId="Web-{53BDE15D-C984-41FC-29A9-B9E08664827E}" dt="2020-09-01T03:29:57.323" v="0"/>
        <pc:sldMkLst>
          <pc:docMk/>
          <pc:sldMk cId="4242654959" sldId="304"/>
        </pc:sldMkLst>
      </pc:sldChg>
      <pc:sldChg chg="add">
        <pc:chgData name="William Estes" userId="a88fcdbc31b6f594" providerId="Windows Live" clId="Web-{53BDE15D-C984-41FC-29A9-B9E08664827E}" dt="2020-09-01T03:29:57.386" v="1"/>
        <pc:sldMkLst>
          <pc:docMk/>
          <pc:sldMk cId="2469544991" sldId="305"/>
        </pc:sldMkLst>
      </pc:sldChg>
      <pc:sldChg chg="add">
        <pc:chgData name="William Estes" userId="a88fcdbc31b6f594" providerId="Windows Live" clId="Web-{53BDE15D-C984-41FC-29A9-B9E08664827E}" dt="2020-09-01T03:29:57.448" v="2"/>
        <pc:sldMkLst>
          <pc:docMk/>
          <pc:sldMk cId="2651208645" sldId="306"/>
        </pc:sldMkLst>
      </pc:sldChg>
      <pc:sldChg chg="add ord">
        <pc:chgData name="William Estes" userId="a88fcdbc31b6f594" providerId="Windows Live" clId="Web-{53BDE15D-C984-41FC-29A9-B9E08664827E}" dt="2020-09-01T03:30:41.214" v="68"/>
        <pc:sldMkLst>
          <pc:docMk/>
          <pc:sldMk cId="746972265" sldId="307"/>
        </pc:sldMkLst>
      </pc:sldChg>
      <pc:sldChg chg="modSp new ord">
        <pc:chgData name="William Estes" userId="a88fcdbc31b6f594" providerId="Windows Live" clId="Web-{53BDE15D-C984-41FC-29A9-B9E08664827E}" dt="2020-09-01T03:31:16.808" v="91" actId="20577"/>
        <pc:sldMkLst>
          <pc:docMk/>
          <pc:sldMk cId="1575020086" sldId="308"/>
        </pc:sldMkLst>
        <pc:spChg chg="mod">
          <ac:chgData name="William Estes" userId="a88fcdbc31b6f594" providerId="Windows Live" clId="Web-{53BDE15D-C984-41FC-29A9-B9E08664827E}" dt="2020-09-01T03:31:13.464" v="86" actId="20577"/>
          <ac:spMkLst>
            <pc:docMk/>
            <pc:sldMk cId="1575020086" sldId="308"/>
            <ac:spMk id="2" creationId="{0F6302EC-90FC-4501-AFC3-D85168DEA26A}"/>
          </ac:spMkLst>
        </pc:spChg>
        <pc:spChg chg="mod">
          <ac:chgData name="William Estes" userId="a88fcdbc31b6f594" providerId="Windows Live" clId="Web-{53BDE15D-C984-41FC-29A9-B9E08664827E}" dt="2020-09-01T03:31:16.808" v="91" actId="20577"/>
          <ac:spMkLst>
            <pc:docMk/>
            <pc:sldMk cId="1575020086" sldId="308"/>
            <ac:spMk id="3" creationId="{CF346A43-8A67-4B2E-80E1-770DDD72F0D0}"/>
          </ac:spMkLst>
        </pc:spChg>
      </pc:sldChg>
    </pc:docChg>
  </pc:docChgLst>
  <pc:docChgLst>
    <pc:chgData name="William Estes" userId="a88fcdbc31b6f594" providerId="Windows Live" clId="Web-{9D5E7661-3202-4CBF-D9D6-3C97B3B5A29F}"/>
    <pc:docChg chg="addSld modSld">
      <pc:chgData name="William Estes" userId="a88fcdbc31b6f594" providerId="Windows Live" clId="Web-{9D5E7661-3202-4CBF-D9D6-3C97B3B5A29F}" dt="2020-08-30T17:39:55.940" v="307" actId="20577"/>
      <pc:docMkLst>
        <pc:docMk/>
      </pc:docMkLst>
      <pc:sldChg chg="modSp">
        <pc:chgData name="William Estes" userId="a88fcdbc31b6f594" providerId="Windows Live" clId="Web-{9D5E7661-3202-4CBF-D9D6-3C97B3B5A29F}" dt="2020-08-30T16:59:29.002" v="17" actId="1076"/>
        <pc:sldMkLst>
          <pc:docMk/>
          <pc:sldMk cId="1056604679" sldId="260"/>
        </pc:sldMkLst>
        <pc:spChg chg="mod">
          <ac:chgData name="William Estes" userId="a88fcdbc31b6f594" providerId="Windows Live" clId="Web-{9D5E7661-3202-4CBF-D9D6-3C97B3B5A29F}" dt="2020-08-30T16:59:18.814" v="12" actId="20577"/>
          <ac:spMkLst>
            <pc:docMk/>
            <pc:sldMk cId="1056604679" sldId="260"/>
            <ac:spMk id="3" creationId="{3713A5A2-1019-0143-BC00-1B8B12D7C198}"/>
          </ac:spMkLst>
        </pc:spChg>
        <pc:picChg chg="mod">
          <ac:chgData name="William Estes" userId="a88fcdbc31b6f594" providerId="Windows Live" clId="Web-{9D5E7661-3202-4CBF-D9D6-3C97B3B5A29F}" dt="2020-08-30T16:59:29.002" v="17" actId="1076"/>
          <ac:picMkLst>
            <pc:docMk/>
            <pc:sldMk cId="1056604679" sldId="260"/>
            <ac:picMk id="7" creationId="{7D0999C3-1D3F-4622-9A1B-8DC734094F20}"/>
          </ac:picMkLst>
        </pc:picChg>
      </pc:sldChg>
      <pc:sldChg chg="modSp">
        <pc:chgData name="William Estes" userId="a88fcdbc31b6f594" providerId="Windows Live" clId="Web-{9D5E7661-3202-4CBF-D9D6-3C97B3B5A29F}" dt="2020-08-30T17:04:53.993" v="50" actId="20577"/>
        <pc:sldMkLst>
          <pc:docMk/>
          <pc:sldMk cId="2341259573" sldId="265"/>
        </pc:sldMkLst>
        <pc:spChg chg="mod">
          <ac:chgData name="William Estes" userId="a88fcdbc31b6f594" providerId="Windows Live" clId="Web-{9D5E7661-3202-4CBF-D9D6-3C97B3B5A29F}" dt="2020-08-30T17:04:53.993" v="50" actId="20577"/>
          <ac:spMkLst>
            <pc:docMk/>
            <pc:sldMk cId="2341259573" sldId="265"/>
            <ac:spMk id="3" creationId="{3713A5A2-1019-0143-BC00-1B8B12D7C198}"/>
          </ac:spMkLst>
        </pc:spChg>
      </pc:sldChg>
      <pc:sldChg chg="modSp">
        <pc:chgData name="William Estes" userId="a88fcdbc31b6f594" providerId="Windows Live" clId="Web-{9D5E7661-3202-4CBF-D9D6-3C97B3B5A29F}" dt="2020-08-30T17:17:31.820" v="55" actId="1076"/>
        <pc:sldMkLst>
          <pc:docMk/>
          <pc:sldMk cId="1244393583" sldId="266"/>
        </pc:sldMkLst>
        <pc:picChg chg="mod">
          <ac:chgData name="William Estes" userId="a88fcdbc31b6f594" providerId="Windows Live" clId="Web-{9D5E7661-3202-4CBF-D9D6-3C97B3B5A29F}" dt="2020-08-30T17:17:29.929" v="54" actId="1076"/>
          <ac:picMkLst>
            <pc:docMk/>
            <pc:sldMk cId="1244393583" sldId="266"/>
            <ac:picMk id="4" creationId="{AC9A6746-5AD2-4677-98D0-BEC258B8AE22}"/>
          </ac:picMkLst>
        </pc:picChg>
        <pc:picChg chg="mod">
          <ac:chgData name="William Estes" userId="a88fcdbc31b6f594" providerId="Windows Live" clId="Web-{9D5E7661-3202-4CBF-D9D6-3C97B3B5A29F}" dt="2020-08-30T17:17:31.820" v="55" actId="1076"/>
          <ac:picMkLst>
            <pc:docMk/>
            <pc:sldMk cId="1244393583" sldId="266"/>
            <ac:picMk id="5" creationId="{C4BD236A-ACF3-4D6E-B512-AAFF393A184A}"/>
          </ac:picMkLst>
        </pc:picChg>
      </pc:sldChg>
      <pc:sldChg chg="modSp">
        <pc:chgData name="William Estes" userId="a88fcdbc31b6f594" providerId="Windows Live" clId="Web-{9D5E7661-3202-4CBF-D9D6-3C97B3B5A29F}" dt="2020-08-30T17:39:47.064" v="305" actId="20577"/>
        <pc:sldMkLst>
          <pc:docMk/>
          <pc:sldMk cId="496210837" sldId="280"/>
        </pc:sldMkLst>
        <pc:spChg chg="mod">
          <ac:chgData name="William Estes" userId="a88fcdbc31b6f594" providerId="Windows Live" clId="Web-{9D5E7661-3202-4CBF-D9D6-3C97B3B5A29F}" dt="2020-08-30T17:39:47.064" v="305" actId="20577"/>
          <ac:spMkLst>
            <pc:docMk/>
            <pc:sldMk cId="496210837" sldId="280"/>
            <ac:spMk id="3" creationId="{3713A5A2-1019-0143-BC00-1B8B12D7C198}"/>
          </ac:spMkLst>
        </pc:spChg>
      </pc:sldChg>
      <pc:sldChg chg="modSp">
        <pc:chgData name="William Estes" userId="a88fcdbc31b6f594" providerId="Windows Live" clId="Web-{9D5E7661-3202-4CBF-D9D6-3C97B3B5A29F}" dt="2020-08-30T17:00:17.941" v="31" actId="20577"/>
        <pc:sldMkLst>
          <pc:docMk/>
          <pc:sldMk cId="1784549319" sldId="281"/>
        </pc:sldMkLst>
        <pc:spChg chg="mod">
          <ac:chgData name="William Estes" userId="a88fcdbc31b6f594" providerId="Windows Live" clId="Web-{9D5E7661-3202-4CBF-D9D6-3C97B3B5A29F}" dt="2020-08-30T17:00:17.941" v="31" actId="20577"/>
          <ac:spMkLst>
            <pc:docMk/>
            <pc:sldMk cId="1784549319" sldId="281"/>
            <ac:spMk id="6" creationId="{FDB60DBF-F433-4057-85ED-960E10BB18C1}"/>
          </ac:spMkLst>
        </pc:spChg>
      </pc:sldChg>
      <pc:sldChg chg="modSp add replId">
        <pc:chgData name="William Estes" userId="a88fcdbc31b6f594" providerId="Windows Live" clId="Web-{9D5E7661-3202-4CBF-D9D6-3C97B3B5A29F}" dt="2020-08-30T17:38:23.844" v="280" actId="20577"/>
        <pc:sldMkLst>
          <pc:docMk/>
          <pc:sldMk cId="433070316" sldId="300"/>
        </pc:sldMkLst>
        <pc:spChg chg="mod">
          <ac:chgData name="William Estes" userId="a88fcdbc31b6f594" providerId="Windows Live" clId="Web-{9D5E7661-3202-4CBF-D9D6-3C97B3B5A29F}" dt="2020-08-30T17:38:23.844" v="280" actId="20577"/>
          <ac:spMkLst>
            <pc:docMk/>
            <pc:sldMk cId="433070316" sldId="300"/>
            <ac:spMk id="4" creationId="{5C0E649D-E3FD-41FB-BA87-37C62725C740}"/>
          </ac:spMkLst>
        </pc:spChg>
      </pc:sldChg>
    </pc:docChg>
  </pc:docChgLst>
  <pc:docChgLst>
    <pc:chgData name="William Estes" userId="a88fcdbc31b6f594" providerId="Windows Live" clId="Web-{A60937DA-1DAE-4721-D42B-07DE7AFCBCF6}"/>
    <pc:docChg chg="delSld modSld">
      <pc:chgData name="William Estes" userId="a88fcdbc31b6f594" providerId="Windows Live" clId="Web-{A60937DA-1DAE-4721-D42B-07DE7AFCBCF6}" dt="2020-09-13T03:54:01.092" v="210" actId="20577"/>
      <pc:docMkLst>
        <pc:docMk/>
      </pc:docMkLst>
      <pc:sldChg chg="modSp">
        <pc:chgData name="William Estes" userId="a88fcdbc31b6f594" providerId="Windows Live" clId="Web-{A60937DA-1DAE-4721-D42B-07DE7AFCBCF6}" dt="2020-09-13T03:25:49.343" v="10" actId="20577"/>
        <pc:sldMkLst>
          <pc:docMk/>
          <pc:sldMk cId="496210837" sldId="280"/>
        </pc:sldMkLst>
        <pc:spChg chg="mod">
          <ac:chgData name="William Estes" userId="a88fcdbc31b6f594" providerId="Windows Live" clId="Web-{A60937DA-1DAE-4721-D42B-07DE7AFCBCF6}" dt="2020-09-13T03:25:49.343" v="10" actId="20577"/>
          <ac:spMkLst>
            <pc:docMk/>
            <pc:sldMk cId="496210837" sldId="280"/>
            <ac:spMk id="3" creationId="{3713A5A2-1019-0143-BC00-1B8B12D7C198}"/>
          </ac:spMkLst>
        </pc:spChg>
      </pc:sldChg>
      <pc:sldChg chg="modSp">
        <pc:chgData name="William Estes" userId="a88fcdbc31b6f594" providerId="Windows Live" clId="Web-{A60937DA-1DAE-4721-D42B-07DE7AFCBCF6}" dt="2020-09-13T03:39:31.064" v="140" actId="1076"/>
        <pc:sldMkLst>
          <pc:docMk/>
          <pc:sldMk cId="1031257587" sldId="292"/>
        </pc:sldMkLst>
        <pc:spChg chg="mod">
          <ac:chgData name="William Estes" userId="a88fcdbc31b6f594" providerId="Windows Live" clId="Web-{A60937DA-1DAE-4721-D42B-07DE7AFCBCF6}" dt="2020-09-13T03:39:31.064" v="140" actId="1076"/>
          <ac:spMkLst>
            <pc:docMk/>
            <pc:sldMk cId="1031257587" sldId="292"/>
            <ac:spMk id="7" creationId="{81FEAAF1-55EF-429A-832F-657DD1B08A00}"/>
          </ac:spMkLst>
        </pc:spChg>
        <pc:spChg chg="mod">
          <ac:chgData name="William Estes" userId="a88fcdbc31b6f594" providerId="Windows Live" clId="Web-{A60937DA-1DAE-4721-D42B-07DE7AFCBCF6}" dt="2020-09-13T03:39:28.455" v="139" actId="1076"/>
          <ac:spMkLst>
            <pc:docMk/>
            <pc:sldMk cId="1031257587" sldId="292"/>
            <ac:spMk id="13" creationId="{FA79162F-1F9C-4BB6-9C39-96C8B58E86C3}"/>
          </ac:spMkLst>
        </pc:spChg>
        <pc:spChg chg="mod">
          <ac:chgData name="William Estes" userId="a88fcdbc31b6f594" providerId="Windows Live" clId="Web-{A60937DA-1DAE-4721-D42B-07DE7AFCBCF6}" dt="2020-09-13T03:39:21.096" v="137" actId="1076"/>
          <ac:spMkLst>
            <pc:docMk/>
            <pc:sldMk cId="1031257587" sldId="292"/>
            <ac:spMk id="14" creationId="{BC68A978-56D8-4B49-B046-44ACD0A585A4}"/>
          </ac:spMkLst>
        </pc:spChg>
        <pc:spChg chg="mod">
          <ac:chgData name="William Estes" userId="a88fcdbc31b6f594" providerId="Windows Live" clId="Web-{A60937DA-1DAE-4721-D42B-07DE7AFCBCF6}" dt="2020-09-13T03:39:25.269" v="138" actId="1076"/>
          <ac:spMkLst>
            <pc:docMk/>
            <pc:sldMk cId="1031257587" sldId="292"/>
            <ac:spMk id="15" creationId="{7F19F82B-0D64-4D93-8D94-101BBFB46765}"/>
          </ac:spMkLst>
        </pc:spChg>
        <pc:spChg chg="mod">
          <ac:chgData name="William Estes" userId="a88fcdbc31b6f594" providerId="Windows Live" clId="Web-{A60937DA-1DAE-4721-D42B-07DE7AFCBCF6}" dt="2020-09-13T03:39:18.221" v="136" actId="1076"/>
          <ac:spMkLst>
            <pc:docMk/>
            <pc:sldMk cId="1031257587" sldId="292"/>
            <ac:spMk id="16" creationId="{2CD967FC-6B82-4F09-938B-F9E74AB74DB5}"/>
          </ac:spMkLst>
        </pc:spChg>
      </pc:sldChg>
      <pc:sldChg chg="modSp">
        <pc:chgData name="William Estes" userId="a88fcdbc31b6f594" providerId="Windows Live" clId="Web-{A60937DA-1DAE-4721-D42B-07DE7AFCBCF6}" dt="2020-09-13T03:41:03.518" v="173" actId="1076"/>
        <pc:sldMkLst>
          <pc:docMk/>
          <pc:sldMk cId="1522982694" sldId="296"/>
        </pc:sldMkLst>
        <pc:spChg chg="mod">
          <ac:chgData name="William Estes" userId="a88fcdbc31b6f594" providerId="Windows Live" clId="Web-{A60937DA-1DAE-4721-D42B-07DE7AFCBCF6}" dt="2020-09-13T03:40:59.158" v="172" actId="1076"/>
          <ac:spMkLst>
            <pc:docMk/>
            <pc:sldMk cId="1522982694" sldId="296"/>
            <ac:spMk id="6" creationId="{8D3881AF-2AF0-4DF1-977D-DEFDD2FCFF0A}"/>
          </ac:spMkLst>
        </pc:spChg>
        <pc:spChg chg="mod">
          <ac:chgData name="William Estes" userId="a88fcdbc31b6f594" providerId="Windows Live" clId="Web-{A60937DA-1DAE-4721-D42B-07DE7AFCBCF6}" dt="2020-09-13T03:41:03.518" v="173" actId="1076"/>
          <ac:spMkLst>
            <pc:docMk/>
            <pc:sldMk cId="1522982694" sldId="296"/>
            <ac:spMk id="7" creationId="{F5D9FE73-3240-4541-BA18-9018D3F5BAA8}"/>
          </ac:spMkLst>
        </pc:spChg>
      </pc:sldChg>
      <pc:sldChg chg="modSp">
        <pc:chgData name="William Estes" userId="a88fcdbc31b6f594" providerId="Windows Live" clId="Web-{A60937DA-1DAE-4721-D42B-07DE7AFCBCF6}" dt="2020-09-13T03:40:39.940" v="170" actId="20577"/>
        <pc:sldMkLst>
          <pc:docMk/>
          <pc:sldMk cId="356878534" sldId="301"/>
        </pc:sldMkLst>
        <pc:spChg chg="mod">
          <ac:chgData name="William Estes" userId="a88fcdbc31b6f594" providerId="Windows Live" clId="Web-{A60937DA-1DAE-4721-D42B-07DE7AFCBCF6}" dt="2020-09-13T03:40:39.940" v="170" actId="20577"/>
          <ac:spMkLst>
            <pc:docMk/>
            <pc:sldMk cId="356878534" sldId="301"/>
            <ac:spMk id="3" creationId="{1095E837-F77E-AE4D-944C-919B5D780AAA}"/>
          </ac:spMkLst>
        </pc:spChg>
      </pc:sldChg>
      <pc:sldChg chg="modSp">
        <pc:chgData name="William Estes" userId="a88fcdbc31b6f594" providerId="Windows Live" clId="Web-{A60937DA-1DAE-4721-D42B-07DE7AFCBCF6}" dt="2020-09-13T03:36:21.923" v="126" actId="1076"/>
        <pc:sldMkLst>
          <pc:docMk/>
          <pc:sldMk cId="2469544991" sldId="305"/>
        </pc:sldMkLst>
        <pc:spChg chg="mod">
          <ac:chgData name="William Estes" userId="a88fcdbc31b6f594" providerId="Windows Live" clId="Web-{A60937DA-1DAE-4721-D42B-07DE7AFCBCF6}" dt="2020-09-13T03:36:20.861" v="124" actId="20577"/>
          <ac:spMkLst>
            <pc:docMk/>
            <pc:sldMk cId="2469544991" sldId="305"/>
            <ac:spMk id="4" creationId="{5C0E649D-E3FD-41FB-BA87-37C62725C740}"/>
          </ac:spMkLst>
        </pc:spChg>
        <pc:picChg chg="mod">
          <ac:chgData name="William Estes" userId="a88fcdbc31b6f594" providerId="Windows Live" clId="Web-{A60937DA-1DAE-4721-D42B-07DE7AFCBCF6}" dt="2020-09-13T03:36:21.923" v="126" actId="1076"/>
          <ac:picMkLst>
            <pc:docMk/>
            <pc:sldMk cId="2469544991" sldId="305"/>
            <ac:picMk id="6" creationId="{5E9C30D7-B428-4F3D-9C94-6CE4D4117681}"/>
          </ac:picMkLst>
        </pc:picChg>
      </pc:sldChg>
      <pc:sldChg chg="modSp">
        <pc:chgData name="William Estes" userId="a88fcdbc31b6f594" providerId="Windows Live" clId="Web-{A60937DA-1DAE-4721-D42B-07DE7AFCBCF6}" dt="2020-09-13T03:34:23.259" v="68" actId="20577"/>
        <pc:sldMkLst>
          <pc:docMk/>
          <pc:sldMk cId="2651208645" sldId="306"/>
        </pc:sldMkLst>
        <pc:spChg chg="mod">
          <ac:chgData name="William Estes" userId="a88fcdbc31b6f594" providerId="Windows Live" clId="Web-{A60937DA-1DAE-4721-D42B-07DE7AFCBCF6}" dt="2020-09-13T03:34:23.259" v="68" actId="20577"/>
          <ac:spMkLst>
            <pc:docMk/>
            <pc:sldMk cId="2651208645" sldId="306"/>
            <ac:spMk id="4" creationId="{5C0E649D-E3FD-41FB-BA87-37C62725C740}"/>
          </ac:spMkLst>
        </pc:spChg>
      </pc:sldChg>
      <pc:sldChg chg="modSp del">
        <pc:chgData name="William Estes" userId="a88fcdbc31b6f594" providerId="Windows Live" clId="Web-{A60937DA-1DAE-4721-D42B-07DE7AFCBCF6}" dt="2020-09-13T03:38:30.048" v="130"/>
        <pc:sldMkLst>
          <pc:docMk/>
          <pc:sldMk cId="1575020086" sldId="308"/>
        </pc:sldMkLst>
        <pc:spChg chg="mod">
          <ac:chgData name="William Estes" userId="a88fcdbc31b6f594" providerId="Windows Live" clId="Web-{A60937DA-1DAE-4721-D42B-07DE7AFCBCF6}" dt="2020-09-13T03:38:27.658" v="127" actId="20577"/>
          <ac:spMkLst>
            <pc:docMk/>
            <pc:sldMk cId="1575020086" sldId="308"/>
            <ac:spMk id="3" creationId="{CF346A43-8A67-4B2E-80E1-770DDD72F0D0}"/>
          </ac:spMkLst>
        </pc:spChg>
      </pc:sldChg>
      <pc:sldChg chg="addSp delSp modSp">
        <pc:chgData name="William Estes" userId="a88fcdbc31b6f594" providerId="Windows Live" clId="Web-{A60937DA-1DAE-4721-D42B-07DE7AFCBCF6}" dt="2020-09-13T03:48:02.215" v="179" actId="14100"/>
        <pc:sldMkLst>
          <pc:docMk/>
          <pc:sldMk cId="1624642261" sldId="311"/>
        </pc:sldMkLst>
        <pc:picChg chg="del">
          <ac:chgData name="William Estes" userId="a88fcdbc31b6f594" providerId="Windows Live" clId="Web-{A60937DA-1DAE-4721-D42B-07DE7AFCBCF6}" dt="2020-09-13T03:47:48.262" v="174"/>
          <ac:picMkLst>
            <pc:docMk/>
            <pc:sldMk cId="1624642261" sldId="311"/>
            <ac:picMk id="6" creationId="{4F0D4502-44B3-44A8-AED0-897726E24FA0}"/>
          </ac:picMkLst>
        </pc:picChg>
        <pc:picChg chg="add mod">
          <ac:chgData name="William Estes" userId="a88fcdbc31b6f594" providerId="Windows Live" clId="Web-{A60937DA-1DAE-4721-D42B-07DE7AFCBCF6}" dt="2020-09-13T03:48:02.215" v="179" actId="14100"/>
          <ac:picMkLst>
            <pc:docMk/>
            <pc:sldMk cId="1624642261" sldId="311"/>
            <ac:picMk id="7" creationId="{F2A7909D-8AC4-41D4-81B5-35989785D616}"/>
          </ac:picMkLst>
        </pc:picChg>
      </pc:sldChg>
      <pc:sldChg chg="modSp">
        <pc:chgData name="William Estes" userId="a88fcdbc31b6f594" providerId="Windows Live" clId="Web-{A60937DA-1DAE-4721-D42B-07DE7AFCBCF6}" dt="2020-09-13T03:49:15.669" v="184" actId="20577"/>
        <pc:sldMkLst>
          <pc:docMk/>
          <pc:sldMk cId="4059676631" sldId="314"/>
        </pc:sldMkLst>
        <pc:spChg chg="mod">
          <ac:chgData name="William Estes" userId="a88fcdbc31b6f594" providerId="Windows Live" clId="Web-{A60937DA-1DAE-4721-D42B-07DE7AFCBCF6}" dt="2020-09-13T03:49:15.669" v="184" actId="20577"/>
          <ac:spMkLst>
            <pc:docMk/>
            <pc:sldMk cId="4059676631" sldId="314"/>
            <ac:spMk id="4" creationId="{5C0E649D-E3FD-41FB-BA87-37C62725C740}"/>
          </ac:spMkLst>
        </pc:spChg>
      </pc:sldChg>
      <pc:sldChg chg="modSp">
        <pc:chgData name="William Estes" userId="a88fcdbc31b6f594" providerId="Windows Live" clId="Web-{A60937DA-1DAE-4721-D42B-07DE7AFCBCF6}" dt="2020-09-13T03:54:00.014" v="208" actId="20577"/>
        <pc:sldMkLst>
          <pc:docMk/>
          <pc:sldMk cId="3755306264" sldId="316"/>
        </pc:sldMkLst>
        <pc:spChg chg="mod">
          <ac:chgData name="William Estes" userId="a88fcdbc31b6f594" providerId="Windows Live" clId="Web-{A60937DA-1DAE-4721-D42B-07DE7AFCBCF6}" dt="2020-09-13T03:54:00.014" v="208" actId="20577"/>
          <ac:spMkLst>
            <pc:docMk/>
            <pc:sldMk cId="3755306264" sldId="316"/>
            <ac:spMk id="3" creationId="{3713A5A2-1019-0143-BC00-1B8B12D7C198}"/>
          </ac:spMkLst>
        </pc:spChg>
      </pc:sldChg>
    </pc:docChg>
  </pc:docChgLst>
  <pc:docChgLst>
    <pc:chgData name="William Estes" userId="a88fcdbc31b6f594" providerId="Windows Live" clId="Web-{5B23830A-885F-4AA1-A0A2-535D71453C14}"/>
    <pc:docChg chg="modSld">
      <pc:chgData name="William Estes" userId="a88fcdbc31b6f594" providerId="Windows Live" clId="Web-{5B23830A-885F-4AA1-A0A2-535D71453C14}" dt="2020-08-22T17:18:03.769" v="356" actId="20577"/>
      <pc:docMkLst>
        <pc:docMk/>
      </pc:docMkLst>
      <pc:sldChg chg="modSp">
        <pc:chgData name="William Estes" userId="a88fcdbc31b6f594" providerId="Windows Live" clId="Web-{5B23830A-885F-4AA1-A0A2-535D71453C14}" dt="2020-08-22T17:18:03.769" v="355" actId="20577"/>
        <pc:sldMkLst>
          <pc:docMk/>
          <pc:sldMk cId="496210837" sldId="280"/>
        </pc:sldMkLst>
        <pc:spChg chg="mod">
          <ac:chgData name="William Estes" userId="a88fcdbc31b6f594" providerId="Windows Live" clId="Web-{5B23830A-885F-4AA1-A0A2-535D71453C14}" dt="2020-08-22T17:18:03.769" v="355" actId="20577"/>
          <ac:spMkLst>
            <pc:docMk/>
            <pc:sldMk cId="496210837" sldId="280"/>
            <ac:spMk id="3" creationId="{3713A5A2-1019-0143-BC00-1B8B12D7C198}"/>
          </ac:spMkLst>
        </pc:spChg>
      </pc:sldChg>
    </pc:docChg>
  </pc:docChgLst>
  <pc:docChgLst>
    <pc:chgData name="William Estes" userId="a88fcdbc31b6f594" providerId="Windows Live" clId="Web-{7B637E83-0FC2-4AAD-5131-320C78923F12}"/>
    <pc:docChg chg="modSld">
      <pc:chgData name="William Estes" userId="a88fcdbc31b6f594" providerId="Windows Live" clId="Web-{7B637E83-0FC2-4AAD-5131-320C78923F12}" dt="2020-09-03T16:34:49.766" v="51" actId="20577"/>
      <pc:docMkLst>
        <pc:docMk/>
      </pc:docMkLst>
      <pc:sldChg chg="modSp">
        <pc:chgData name="William Estes" userId="a88fcdbc31b6f594" providerId="Windows Live" clId="Web-{7B637E83-0FC2-4AAD-5131-320C78923F12}" dt="2020-09-03T16:34:49.766" v="50" actId="20577"/>
        <pc:sldMkLst>
          <pc:docMk/>
          <pc:sldMk cId="496210837" sldId="280"/>
        </pc:sldMkLst>
        <pc:spChg chg="mod">
          <ac:chgData name="William Estes" userId="a88fcdbc31b6f594" providerId="Windows Live" clId="Web-{7B637E83-0FC2-4AAD-5131-320C78923F12}" dt="2020-09-03T16:34:49.766" v="50" actId="20577"/>
          <ac:spMkLst>
            <pc:docMk/>
            <pc:sldMk cId="496210837" sldId="280"/>
            <ac:spMk id="3" creationId="{3713A5A2-1019-0143-BC00-1B8B12D7C198}"/>
          </ac:spMkLst>
        </pc:spChg>
      </pc:sldChg>
    </pc:docChg>
  </pc:docChgLst>
  <pc:docChgLst>
    <pc:chgData name="William Estes" userId="a88fcdbc31b6f594" providerId="Windows Live" clId="Web-{DB70B1DC-F3CD-4B79-55DF-C938D75B7304}"/>
    <pc:docChg chg="addSld modSld">
      <pc:chgData name="William Estes" userId="a88fcdbc31b6f594" providerId="Windows Live" clId="Web-{DB70B1DC-F3CD-4B79-55DF-C938D75B7304}" dt="2020-08-28T21:42:28.684" v="940" actId="14100"/>
      <pc:docMkLst>
        <pc:docMk/>
      </pc:docMkLst>
      <pc:sldChg chg="addSp modSp add replId">
        <pc:chgData name="William Estes" userId="a88fcdbc31b6f594" providerId="Windows Live" clId="Web-{DB70B1DC-F3CD-4B79-55DF-C938D75B7304}" dt="2020-08-28T21:20:49.567" v="327" actId="1076"/>
        <pc:sldMkLst>
          <pc:docMk/>
          <pc:sldMk cId="3007801671" sldId="291"/>
        </pc:sldMkLst>
        <pc:spChg chg="mod">
          <ac:chgData name="William Estes" userId="a88fcdbc31b6f594" providerId="Windows Live" clId="Web-{DB70B1DC-F3CD-4B79-55DF-C938D75B7304}" dt="2020-08-28T21:04:07.078" v="16" actId="20577"/>
          <ac:spMkLst>
            <pc:docMk/>
            <pc:sldMk cId="3007801671" sldId="291"/>
            <ac:spMk id="2" creationId="{5C86CBF7-69F7-7B44-ABCE-F80D6130EA7B}"/>
          </ac:spMkLst>
        </pc:spChg>
        <pc:spChg chg="mod">
          <ac:chgData name="William Estes" userId="a88fcdbc31b6f594" providerId="Windows Live" clId="Web-{DB70B1DC-F3CD-4B79-55DF-C938D75B7304}" dt="2020-08-28T21:20:09.333" v="313" actId="20577"/>
          <ac:spMkLst>
            <pc:docMk/>
            <pc:sldMk cId="3007801671" sldId="291"/>
            <ac:spMk id="3" creationId="{1095E837-F77E-AE4D-944C-919B5D780AAA}"/>
          </ac:spMkLst>
        </pc:spChg>
        <pc:spChg chg="add mod">
          <ac:chgData name="William Estes" userId="a88fcdbc31b6f594" providerId="Windows Live" clId="Web-{DB70B1DC-F3CD-4B79-55DF-C938D75B7304}" dt="2020-08-28T21:15:38.066" v="157" actId="1076"/>
          <ac:spMkLst>
            <pc:docMk/>
            <pc:sldMk cId="3007801671" sldId="291"/>
            <ac:spMk id="4" creationId="{ADB1C674-FD00-4D6C-866A-6C5E6B13E5F3}"/>
          </ac:spMkLst>
        </pc:spChg>
        <pc:spChg chg="add mod">
          <ac:chgData name="William Estes" userId="a88fcdbc31b6f594" providerId="Windows Live" clId="Web-{DB70B1DC-F3CD-4B79-55DF-C938D75B7304}" dt="2020-08-28T21:14:30.643" v="116" actId="1076"/>
          <ac:spMkLst>
            <pc:docMk/>
            <pc:sldMk cId="3007801671" sldId="291"/>
            <ac:spMk id="5" creationId="{4952BA95-9BBD-41E0-9E5D-9FA167EAC776}"/>
          </ac:spMkLst>
        </pc:spChg>
        <pc:spChg chg="add mod">
          <ac:chgData name="William Estes" userId="a88fcdbc31b6f594" providerId="Windows Live" clId="Web-{DB70B1DC-F3CD-4B79-55DF-C938D75B7304}" dt="2020-08-28T21:15:45.597" v="160" actId="1076"/>
          <ac:spMkLst>
            <pc:docMk/>
            <pc:sldMk cId="3007801671" sldId="291"/>
            <ac:spMk id="6" creationId="{3A659AA7-456C-4E13-9785-37DE36D63852}"/>
          </ac:spMkLst>
        </pc:spChg>
        <pc:spChg chg="add mod">
          <ac:chgData name="William Estes" userId="a88fcdbc31b6f594" providerId="Windows Live" clId="Web-{DB70B1DC-F3CD-4B79-55DF-C938D75B7304}" dt="2020-08-28T21:20:20.927" v="317" actId="14100"/>
          <ac:spMkLst>
            <pc:docMk/>
            <pc:sldMk cId="3007801671" sldId="291"/>
            <ac:spMk id="7" creationId="{7886BCBF-684F-4CAE-A080-5AC735A7B257}"/>
          </ac:spMkLst>
        </pc:spChg>
        <pc:spChg chg="add mod">
          <ac:chgData name="William Estes" userId="a88fcdbc31b6f594" providerId="Windows Live" clId="Web-{DB70B1DC-F3CD-4B79-55DF-C938D75B7304}" dt="2020-08-28T21:20:24.989" v="319" actId="1076"/>
          <ac:spMkLst>
            <pc:docMk/>
            <pc:sldMk cId="3007801671" sldId="291"/>
            <ac:spMk id="8" creationId="{54FC6B76-B785-4E1A-B012-472FF0BBF661}"/>
          </ac:spMkLst>
        </pc:spChg>
        <pc:spChg chg="add mod">
          <ac:chgData name="William Estes" userId="a88fcdbc31b6f594" providerId="Windows Live" clId="Web-{DB70B1DC-F3CD-4B79-55DF-C938D75B7304}" dt="2020-08-28T21:20:29.411" v="322" actId="14100"/>
          <ac:spMkLst>
            <pc:docMk/>
            <pc:sldMk cId="3007801671" sldId="291"/>
            <ac:spMk id="9" creationId="{224E8681-C71E-4740-BFB7-94339D774377}"/>
          </ac:spMkLst>
        </pc:spChg>
        <pc:spChg chg="add mod">
          <ac:chgData name="William Estes" userId="a88fcdbc31b6f594" providerId="Windows Live" clId="Web-{DB70B1DC-F3CD-4B79-55DF-C938D75B7304}" dt="2020-08-28T21:20:49.567" v="327" actId="1076"/>
          <ac:spMkLst>
            <pc:docMk/>
            <pc:sldMk cId="3007801671" sldId="291"/>
            <ac:spMk id="10" creationId="{1D4A377E-20E9-42FA-9CBD-693081493559}"/>
          </ac:spMkLst>
        </pc:spChg>
      </pc:sldChg>
      <pc:sldChg chg="addSp delSp modSp add replId">
        <pc:chgData name="William Estes" userId="a88fcdbc31b6f594" providerId="Windows Live" clId="Web-{DB70B1DC-F3CD-4B79-55DF-C938D75B7304}" dt="2020-08-28T21:26:55.476" v="549" actId="1076"/>
        <pc:sldMkLst>
          <pc:docMk/>
          <pc:sldMk cId="171356189" sldId="292"/>
        </pc:sldMkLst>
        <pc:spChg chg="mod">
          <ac:chgData name="William Estes" userId="a88fcdbc31b6f594" providerId="Windows Live" clId="Web-{DB70B1DC-F3CD-4B79-55DF-C938D75B7304}" dt="2020-08-28T21:24:18.256" v="416" actId="20577"/>
          <ac:spMkLst>
            <pc:docMk/>
            <pc:sldMk cId="171356189" sldId="292"/>
            <ac:spMk id="3" creationId="{1095E837-F77E-AE4D-944C-919B5D780AAA}"/>
          </ac:spMkLst>
        </pc:spChg>
        <pc:spChg chg="mod">
          <ac:chgData name="William Estes" userId="a88fcdbc31b6f594" providerId="Windows Live" clId="Web-{DB70B1DC-F3CD-4B79-55DF-C938D75B7304}" dt="2020-08-28T21:22:42.943" v="384" actId="14100"/>
          <ac:spMkLst>
            <pc:docMk/>
            <pc:sldMk cId="171356189" sldId="292"/>
            <ac:spMk id="4" creationId="{ADB1C674-FD00-4D6C-866A-6C5E6B13E5F3}"/>
          </ac:spMkLst>
        </pc:spChg>
        <pc:spChg chg="del">
          <ac:chgData name="William Estes" userId="a88fcdbc31b6f594" providerId="Windows Live" clId="Web-{DB70B1DC-F3CD-4B79-55DF-C938D75B7304}" dt="2020-08-28T21:23:32.256" v="389"/>
          <ac:spMkLst>
            <pc:docMk/>
            <pc:sldMk cId="171356189" sldId="292"/>
            <ac:spMk id="5" creationId="{4952BA95-9BBD-41E0-9E5D-9FA167EAC776}"/>
          </ac:spMkLst>
        </pc:spChg>
        <pc:spChg chg="del">
          <ac:chgData name="William Estes" userId="a88fcdbc31b6f594" providerId="Windows Live" clId="Web-{DB70B1DC-F3CD-4B79-55DF-C938D75B7304}" dt="2020-08-28T21:23:29.506" v="388"/>
          <ac:spMkLst>
            <pc:docMk/>
            <pc:sldMk cId="171356189" sldId="292"/>
            <ac:spMk id="6" creationId="{3A659AA7-456C-4E13-9785-37DE36D63852}"/>
          </ac:spMkLst>
        </pc:spChg>
        <pc:spChg chg="del">
          <ac:chgData name="William Estes" userId="a88fcdbc31b6f594" providerId="Windows Live" clId="Web-{DB70B1DC-F3CD-4B79-55DF-C938D75B7304}" dt="2020-08-28T21:23:33.787" v="390"/>
          <ac:spMkLst>
            <pc:docMk/>
            <pc:sldMk cId="171356189" sldId="292"/>
            <ac:spMk id="7" creationId="{7886BCBF-684F-4CAE-A080-5AC735A7B257}"/>
          </ac:spMkLst>
        </pc:spChg>
        <pc:spChg chg="del">
          <ac:chgData name="William Estes" userId="a88fcdbc31b6f594" providerId="Windows Live" clId="Web-{DB70B1DC-F3CD-4B79-55DF-C938D75B7304}" dt="2020-08-28T21:23:36.646" v="391"/>
          <ac:spMkLst>
            <pc:docMk/>
            <pc:sldMk cId="171356189" sldId="292"/>
            <ac:spMk id="8" creationId="{54FC6B76-B785-4E1A-B012-472FF0BBF661}"/>
          </ac:spMkLst>
        </pc:spChg>
        <pc:spChg chg="del">
          <ac:chgData name="William Estes" userId="a88fcdbc31b6f594" providerId="Windows Live" clId="Web-{DB70B1DC-F3CD-4B79-55DF-C938D75B7304}" dt="2020-08-28T21:23:38.084" v="392"/>
          <ac:spMkLst>
            <pc:docMk/>
            <pc:sldMk cId="171356189" sldId="292"/>
            <ac:spMk id="9" creationId="{224E8681-C71E-4740-BFB7-94339D774377}"/>
          </ac:spMkLst>
        </pc:spChg>
        <pc:spChg chg="del">
          <ac:chgData name="William Estes" userId="a88fcdbc31b6f594" providerId="Windows Live" clId="Web-{DB70B1DC-F3CD-4B79-55DF-C938D75B7304}" dt="2020-08-28T21:23:40.225" v="393"/>
          <ac:spMkLst>
            <pc:docMk/>
            <pc:sldMk cId="171356189" sldId="292"/>
            <ac:spMk id="10" creationId="{1D4A377E-20E9-42FA-9CBD-693081493559}"/>
          </ac:spMkLst>
        </pc:spChg>
        <pc:spChg chg="add mod">
          <ac:chgData name="William Estes" userId="a88fcdbc31b6f594" providerId="Windows Live" clId="Web-{DB70B1DC-F3CD-4B79-55DF-C938D75B7304}" dt="2020-08-28T21:26:03.507" v="537" actId="1076"/>
          <ac:spMkLst>
            <pc:docMk/>
            <pc:sldMk cId="171356189" sldId="292"/>
            <ac:spMk id="11" creationId="{78CD0106-D05B-48F8-88DB-525D34C0A1A4}"/>
          </ac:spMkLst>
        </pc:spChg>
        <pc:spChg chg="add mod">
          <ac:chgData name="William Estes" userId="a88fcdbc31b6f594" providerId="Windows Live" clId="Web-{DB70B1DC-F3CD-4B79-55DF-C938D75B7304}" dt="2020-08-28T21:26:11.897" v="539" actId="1076"/>
          <ac:spMkLst>
            <pc:docMk/>
            <pc:sldMk cId="171356189" sldId="292"/>
            <ac:spMk id="12" creationId="{463E7D16-0E64-401F-AB9D-650B3290882F}"/>
          </ac:spMkLst>
        </pc:spChg>
        <pc:spChg chg="add mod">
          <ac:chgData name="William Estes" userId="a88fcdbc31b6f594" providerId="Windows Live" clId="Web-{DB70B1DC-F3CD-4B79-55DF-C938D75B7304}" dt="2020-08-28T21:26:16.460" v="540" actId="1076"/>
          <ac:spMkLst>
            <pc:docMk/>
            <pc:sldMk cId="171356189" sldId="292"/>
            <ac:spMk id="13" creationId="{85449B42-0E50-4771-A03D-AB1D291740A4}"/>
          </ac:spMkLst>
        </pc:spChg>
        <pc:spChg chg="add mod">
          <ac:chgData name="William Estes" userId="a88fcdbc31b6f594" providerId="Windows Live" clId="Web-{DB70B1DC-F3CD-4B79-55DF-C938D75B7304}" dt="2020-08-28T21:26:07.663" v="538" actId="1076"/>
          <ac:spMkLst>
            <pc:docMk/>
            <pc:sldMk cId="171356189" sldId="292"/>
            <ac:spMk id="14" creationId="{DA9640AD-8476-475D-8585-B3FF518B2F8A}"/>
          </ac:spMkLst>
        </pc:spChg>
        <pc:spChg chg="add mod">
          <ac:chgData name="William Estes" userId="a88fcdbc31b6f594" providerId="Windows Live" clId="Web-{DB70B1DC-F3CD-4B79-55DF-C938D75B7304}" dt="2020-08-28T21:25:43.975" v="514" actId="20577"/>
          <ac:spMkLst>
            <pc:docMk/>
            <pc:sldMk cId="171356189" sldId="292"/>
            <ac:spMk id="15" creationId="{0AA2F10F-EDBF-4224-9420-736F6FFE10FE}"/>
          </ac:spMkLst>
        </pc:spChg>
        <pc:spChg chg="add mod">
          <ac:chgData name="William Estes" userId="a88fcdbc31b6f594" providerId="Windows Live" clId="Web-{DB70B1DC-F3CD-4B79-55DF-C938D75B7304}" dt="2020-08-28T21:25:48.428" v="529" actId="20577"/>
          <ac:spMkLst>
            <pc:docMk/>
            <pc:sldMk cId="171356189" sldId="292"/>
            <ac:spMk id="16" creationId="{FC004729-9277-4FEB-92A0-2445B4CD18ED}"/>
          </ac:spMkLst>
        </pc:spChg>
        <pc:spChg chg="add mod">
          <ac:chgData name="William Estes" userId="a88fcdbc31b6f594" providerId="Windows Live" clId="Web-{DB70B1DC-F3CD-4B79-55DF-C938D75B7304}" dt="2020-08-28T21:25:52.428" v="534" actId="20577"/>
          <ac:spMkLst>
            <pc:docMk/>
            <pc:sldMk cId="171356189" sldId="292"/>
            <ac:spMk id="17" creationId="{FC5E33D3-1151-48B4-B1E9-569E51809E49}"/>
          </ac:spMkLst>
        </pc:spChg>
        <pc:cxnChg chg="add mod">
          <ac:chgData name="William Estes" userId="a88fcdbc31b6f594" providerId="Windows Live" clId="Web-{DB70B1DC-F3CD-4B79-55DF-C938D75B7304}" dt="2020-08-28T21:26:48.601" v="548" actId="1076"/>
          <ac:cxnSpMkLst>
            <pc:docMk/>
            <pc:sldMk cId="171356189" sldId="292"/>
            <ac:cxnSpMk id="18" creationId="{BAC96D7B-8998-499E-BF5C-15409E7D858B}"/>
          </ac:cxnSpMkLst>
        </pc:cxnChg>
        <pc:cxnChg chg="add mod">
          <ac:chgData name="William Estes" userId="a88fcdbc31b6f594" providerId="Windows Live" clId="Web-{DB70B1DC-F3CD-4B79-55DF-C938D75B7304}" dt="2020-08-28T21:26:55.476" v="549" actId="1076"/>
          <ac:cxnSpMkLst>
            <pc:docMk/>
            <pc:sldMk cId="171356189" sldId="292"/>
            <ac:cxnSpMk id="19" creationId="{32F6DD03-6306-4873-BC80-2C1AD86FC3B2}"/>
          </ac:cxnSpMkLst>
        </pc:cxnChg>
      </pc:sldChg>
      <pc:sldChg chg="addSp delSp modSp add replId">
        <pc:chgData name="William Estes" userId="a88fcdbc31b6f594" providerId="Windows Live" clId="Web-{DB70B1DC-F3CD-4B79-55DF-C938D75B7304}" dt="2020-08-28T21:42:28.684" v="940" actId="14100"/>
        <pc:sldMkLst>
          <pc:docMk/>
          <pc:sldMk cId="4024895595" sldId="293"/>
        </pc:sldMkLst>
        <pc:spChg chg="mod">
          <ac:chgData name="William Estes" userId="a88fcdbc31b6f594" providerId="Windows Live" clId="Web-{DB70B1DC-F3CD-4B79-55DF-C938D75B7304}" dt="2020-08-28T21:42:21.668" v="936" actId="20577"/>
          <ac:spMkLst>
            <pc:docMk/>
            <pc:sldMk cId="4024895595" sldId="293"/>
            <ac:spMk id="3" creationId="{1095E837-F77E-AE4D-944C-919B5D780AAA}"/>
          </ac:spMkLst>
        </pc:spChg>
        <pc:spChg chg="del">
          <ac:chgData name="William Estes" userId="a88fcdbc31b6f594" providerId="Windows Live" clId="Web-{DB70B1DC-F3CD-4B79-55DF-C938D75B7304}" dt="2020-08-28T21:27:36.804" v="555"/>
          <ac:spMkLst>
            <pc:docMk/>
            <pc:sldMk cId="4024895595" sldId="293"/>
            <ac:spMk id="4" creationId="{ADB1C674-FD00-4D6C-866A-6C5E6B13E5F3}"/>
          </ac:spMkLst>
        </pc:spChg>
        <pc:spChg chg="del">
          <ac:chgData name="William Estes" userId="a88fcdbc31b6f594" providerId="Windows Live" clId="Web-{DB70B1DC-F3CD-4B79-55DF-C938D75B7304}" dt="2020-08-28T21:27:35.538" v="554"/>
          <ac:spMkLst>
            <pc:docMk/>
            <pc:sldMk cId="4024895595" sldId="293"/>
            <ac:spMk id="5" creationId="{4952BA95-9BBD-41E0-9E5D-9FA167EAC776}"/>
          </ac:spMkLst>
        </pc:spChg>
        <pc:spChg chg="del">
          <ac:chgData name="William Estes" userId="a88fcdbc31b6f594" providerId="Windows Live" clId="Web-{DB70B1DC-F3CD-4B79-55DF-C938D75B7304}" dt="2020-08-28T21:27:38.023" v="556"/>
          <ac:spMkLst>
            <pc:docMk/>
            <pc:sldMk cId="4024895595" sldId="293"/>
            <ac:spMk id="6" creationId="{3A659AA7-456C-4E13-9785-37DE36D63852}"/>
          </ac:spMkLst>
        </pc:spChg>
        <pc:spChg chg="del">
          <ac:chgData name="William Estes" userId="a88fcdbc31b6f594" providerId="Windows Live" clId="Web-{DB70B1DC-F3CD-4B79-55DF-C938D75B7304}" dt="2020-08-28T21:27:39.148" v="557"/>
          <ac:spMkLst>
            <pc:docMk/>
            <pc:sldMk cId="4024895595" sldId="293"/>
            <ac:spMk id="7" creationId="{7886BCBF-684F-4CAE-A080-5AC735A7B257}"/>
          </ac:spMkLst>
        </pc:spChg>
        <pc:spChg chg="del">
          <ac:chgData name="William Estes" userId="a88fcdbc31b6f594" providerId="Windows Live" clId="Web-{DB70B1DC-F3CD-4B79-55DF-C938D75B7304}" dt="2020-08-28T21:27:39.976" v="558"/>
          <ac:spMkLst>
            <pc:docMk/>
            <pc:sldMk cId="4024895595" sldId="293"/>
            <ac:spMk id="8" creationId="{54FC6B76-B785-4E1A-B012-472FF0BBF661}"/>
          </ac:spMkLst>
        </pc:spChg>
        <pc:spChg chg="del">
          <ac:chgData name="William Estes" userId="a88fcdbc31b6f594" providerId="Windows Live" clId="Web-{DB70B1DC-F3CD-4B79-55DF-C938D75B7304}" dt="2020-08-28T21:27:40.867" v="559"/>
          <ac:spMkLst>
            <pc:docMk/>
            <pc:sldMk cId="4024895595" sldId="293"/>
            <ac:spMk id="9" creationId="{224E8681-C71E-4740-BFB7-94339D774377}"/>
          </ac:spMkLst>
        </pc:spChg>
        <pc:spChg chg="del">
          <ac:chgData name="William Estes" userId="a88fcdbc31b6f594" providerId="Windows Live" clId="Web-{DB70B1DC-F3CD-4B79-55DF-C938D75B7304}" dt="2020-08-28T21:27:41.757" v="560"/>
          <ac:spMkLst>
            <pc:docMk/>
            <pc:sldMk cId="4024895595" sldId="293"/>
            <ac:spMk id="10" creationId="{1D4A377E-20E9-42FA-9CBD-693081493559}"/>
          </ac:spMkLst>
        </pc:spChg>
        <pc:spChg chg="add mod">
          <ac:chgData name="William Estes" userId="a88fcdbc31b6f594" providerId="Windows Live" clId="Web-{DB70B1DC-F3CD-4B79-55DF-C938D75B7304}" dt="2020-08-28T21:28:42.945" v="649" actId="14100"/>
          <ac:spMkLst>
            <pc:docMk/>
            <pc:sldMk cId="4024895595" sldId="293"/>
            <ac:spMk id="11" creationId="{3207FE19-F1CE-410A-AAE5-C514AFCD9962}"/>
          </ac:spMkLst>
        </pc:spChg>
        <pc:spChg chg="add mod">
          <ac:chgData name="William Estes" userId="a88fcdbc31b6f594" providerId="Windows Live" clId="Web-{DB70B1DC-F3CD-4B79-55DF-C938D75B7304}" dt="2020-08-28T21:29:44.805" v="765" actId="14100"/>
          <ac:spMkLst>
            <pc:docMk/>
            <pc:sldMk cId="4024895595" sldId="293"/>
            <ac:spMk id="12" creationId="{E685F5F8-0BE0-40EA-9282-95C550E44D12}"/>
          </ac:spMkLst>
        </pc:spChg>
        <pc:spChg chg="add mod">
          <ac:chgData name="William Estes" userId="a88fcdbc31b6f594" providerId="Windows Live" clId="Web-{DB70B1DC-F3CD-4B79-55DF-C938D75B7304}" dt="2020-08-28T21:42:28.684" v="940" actId="14100"/>
          <ac:spMkLst>
            <pc:docMk/>
            <pc:sldMk cId="4024895595" sldId="293"/>
            <ac:spMk id="13" creationId="{014E91E8-8BA1-4BE7-8636-2D4D82AC14F3}"/>
          </ac:spMkLst>
        </pc:spChg>
      </pc:sldChg>
    </pc:docChg>
  </pc:docChgLst>
  <pc:docChgLst>
    <pc:chgData name="William Estes" userId="a88fcdbc31b6f594" providerId="Windows Live" clId="Web-{FB8EBDAE-A786-487F-1B40-B30CBDEC3F4F}"/>
    <pc:docChg chg="addSld delSld modSld">
      <pc:chgData name="William Estes" userId="a88fcdbc31b6f594" providerId="Windows Live" clId="Web-{FB8EBDAE-A786-487F-1B40-B30CBDEC3F4F}" dt="2020-09-06T17:44:38.113" v="542" actId="20577"/>
      <pc:docMkLst>
        <pc:docMk/>
      </pc:docMkLst>
      <pc:sldChg chg="modSp">
        <pc:chgData name="William Estes" userId="a88fcdbc31b6f594" providerId="Windows Live" clId="Web-{FB8EBDAE-A786-487F-1B40-B30CBDEC3F4F}" dt="2020-09-05T18:13:44.669" v="455" actId="20577"/>
        <pc:sldMkLst>
          <pc:docMk/>
          <pc:sldMk cId="3421889743" sldId="277"/>
        </pc:sldMkLst>
        <pc:spChg chg="mod">
          <ac:chgData name="William Estes" userId="a88fcdbc31b6f594" providerId="Windows Live" clId="Web-{FB8EBDAE-A786-487F-1B40-B30CBDEC3F4F}" dt="2020-09-05T18:13:44.669" v="455" actId="20577"/>
          <ac:spMkLst>
            <pc:docMk/>
            <pc:sldMk cId="3421889743" sldId="277"/>
            <ac:spMk id="4" creationId="{5C0E649D-E3FD-41FB-BA87-37C62725C740}"/>
          </ac:spMkLst>
        </pc:spChg>
      </pc:sldChg>
      <pc:sldChg chg="modSp">
        <pc:chgData name="William Estes" userId="a88fcdbc31b6f594" providerId="Windows Live" clId="Web-{FB8EBDAE-A786-487F-1B40-B30CBDEC3F4F}" dt="2020-09-06T17:44:34.894" v="540" actId="20577"/>
        <pc:sldMkLst>
          <pc:docMk/>
          <pc:sldMk cId="496210837" sldId="280"/>
        </pc:sldMkLst>
        <pc:spChg chg="mod">
          <ac:chgData name="William Estes" userId="a88fcdbc31b6f594" providerId="Windows Live" clId="Web-{FB8EBDAE-A786-487F-1B40-B30CBDEC3F4F}" dt="2020-09-06T17:44:34.894" v="540" actId="20577"/>
          <ac:spMkLst>
            <pc:docMk/>
            <pc:sldMk cId="496210837" sldId="280"/>
            <ac:spMk id="3" creationId="{3713A5A2-1019-0143-BC00-1B8B12D7C198}"/>
          </ac:spMkLst>
        </pc:spChg>
      </pc:sldChg>
      <pc:sldChg chg="add del">
        <pc:chgData name="William Estes" userId="a88fcdbc31b6f594" providerId="Windows Live" clId="Web-{FB8EBDAE-A786-487F-1B40-B30CBDEC3F4F}" dt="2020-09-05T16:51:34.675" v="1"/>
        <pc:sldMkLst>
          <pc:docMk/>
          <pc:sldMk cId="18420826" sldId="294"/>
        </pc:sldMkLst>
      </pc:sldChg>
      <pc:sldChg chg="addSp delSp modSp">
        <pc:chgData name="William Estes" userId="a88fcdbc31b6f594" providerId="Windows Live" clId="Web-{FB8EBDAE-A786-487F-1B40-B30CBDEC3F4F}" dt="2020-09-05T17:08:37.206" v="75" actId="1076"/>
        <pc:sldMkLst>
          <pc:docMk/>
          <pc:sldMk cId="4080448644" sldId="299"/>
        </pc:sldMkLst>
        <pc:picChg chg="del">
          <ac:chgData name="William Estes" userId="a88fcdbc31b6f594" providerId="Windows Live" clId="Web-{FB8EBDAE-A786-487F-1B40-B30CBDEC3F4F}" dt="2020-09-05T17:08:29.050" v="71"/>
          <ac:picMkLst>
            <pc:docMk/>
            <pc:sldMk cId="4080448644" sldId="299"/>
            <ac:picMk id="4" creationId="{5CE153C2-E53B-443F-A1B7-1CECE7EE55A0}"/>
          </ac:picMkLst>
        </pc:picChg>
        <pc:picChg chg="add mod">
          <ac:chgData name="William Estes" userId="a88fcdbc31b6f594" providerId="Windows Live" clId="Web-{FB8EBDAE-A786-487F-1B40-B30CBDEC3F4F}" dt="2020-09-05T17:08:37.206" v="75" actId="1076"/>
          <ac:picMkLst>
            <pc:docMk/>
            <pc:sldMk cId="4080448644" sldId="299"/>
            <ac:picMk id="5" creationId="{3978EFC9-22F4-43EA-941F-95906CDF7E8E}"/>
          </ac:picMkLst>
        </pc:picChg>
      </pc:sldChg>
      <pc:sldChg chg="addSp delSp modSp">
        <pc:chgData name="William Estes" userId="a88fcdbc31b6f594" providerId="Windows Live" clId="Web-{FB8EBDAE-A786-487F-1B40-B30CBDEC3F4F}" dt="2020-09-05T17:17:38.742" v="83" actId="20577"/>
        <pc:sldMkLst>
          <pc:docMk/>
          <pc:sldMk cId="4113558887" sldId="300"/>
        </pc:sldMkLst>
        <pc:spChg chg="mod">
          <ac:chgData name="William Estes" userId="a88fcdbc31b6f594" providerId="Windows Live" clId="Web-{FB8EBDAE-A786-487F-1B40-B30CBDEC3F4F}" dt="2020-09-05T17:17:38.742" v="83" actId="20577"/>
          <ac:spMkLst>
            <pc:docMk/>
            <pc:sldMk cId="4113558887" sldId="300"/>
            <ac:spMk id="3" creationId="{1095E837-F77E-AE4D-944C-919B5D780AAA}"/>
          </ac:spMkLst>
        </pc:spChg>
        <pc:picChg chg="add mod">
          <ac:chgData name="William Estes" userId="a88fcdbc31b6f594" providerId="Windows Live" clId="Web-{FB8EBDAE-A786-487F-1B40-B30CBDEC3F4F}" dt="2020-09-05T17:13:54.802" v="80" actId="1076"/>
          <ac:picMkLst>
            <pc:docMk/>
            <pc:sldMk cId="4113558887" sldId="300"/>
            <ac:picMk id="4" creationId="{35579B6A-8784-435F-8258-F5BA08604F52}"/>
          </ac:picMkLst>
        </pc:picChg>
        <pc:picChg chg="del mod">
          <ac:chgData name="William Estes" userId="a88fcdbc31b6f594" providerId="Windows Live" clId="Web-{FB8EBDAE-A786-487F-1B40-B30CBDEC3F4F}" dt="2020-09-05T17:13:44.192" v="76"/>
          <ac:picMkLst>
            <pc:docMk/>
            <pc:sldMk cId="4113558887" sldId="300"/>
            <ac:picMk id="5" creationId="{D37651DB-3834-493B-8A24-2FE8EFC6849E}"/>
          </ac:picMkLst>
        </pc:picChg>
      </pc:sldChg>
      <pc:sldChg chg="modSp">
        <pc:chgData name="William Estes" userId="a88fcdbc31b6f594" providerId="Windows Live" clId="Web-{FB8EBDAE-A786-487F-1B40-B30CBDEC3F4F}" dt="2020-09-06T15:01:29.873" v="460" actId="20577"/>
        <pc:sldMkLst>
          <pc:docMk/>
          <pc:sldMk cId="284483567" sldId="303"/>
        </pc:sldMkLst>
        <pc:spChg chg="mod">
          <ac:chgData name="William Estes" userId="a88fcdbc31b6f594" providerId="Windows Live" clId="Web-{FB8EBDAE-A786-487F-1B40-B30CBDEC3F4F}" dt="2020-09-06T15:01:29.873" v="460" actId="20577"/>
          <ac:spMkLst>
            <pc:docMk/>
            <pc:sldMk cId="284483567" sldId="303"/>
            <ac:spMk id="3" creationId="{1095E837-F77E-AE4D-944C-919B5D780AAA}"/>
          </ac:spMkLst>
        </pc:spChg>
      </pc:sldChg>
      <pc:sldChg chg="delSp add del replId">
        <pc:chgData name="William Estes" userId="a88fcdbc31b6f594" providerId="Windows Live" clId="Web-{FB8EBDAE-A786-487F-1B40-B30CBDEC3F4F}" dt="2020-09-05T16:55:31.364" v="4"/>
        <pc:sldMkLst>
          <pc:docMk/>
          <pc:sldMk cId="54336157" sldId="309"/>
        </pc:sldMkLst>
        <pc:picChg chg="del">
          <ac:chgData name="William Estes" userId="a88fcdbc31b6f594" providerId="Windows Live" clId="Web-{FB8EBDAE-A786-487F-1B40-B30CBDEC3F4F}" dt="2020-09-05T16:51:39.831" v="3"/>
          <ac:picMkLst>
            <pc:docMk/>
            <pc:sldMk cId="54336157" sldId="309"/>
            <ac:picMk id="4" creationId="{F86C7889-CD4D-48A5-84FB-A1AF08FD274C}"/>
          </ac:picMkLst>
        </pc:picChg>
      </pc:sldChg>
    </pc:docChg>
  </pc:docChgLst>
  <pc:docChgLst>
    <pc:chgData name="William Estes" userId="a88fcdbc31b6f594" providerId="Windows Live" clId="Web-{1A15A8C6-7F5E-4D8D-5352-2EA23EAA5965}"/>
    <pc:docChg chg="addSld modSld">
      <pc:chgData name="William Estes" userId="a88fcdbc31b6f594" providerId="Windows Live" clId="Web-{1A15A8C6-7F5E-4D8D-5352-2EA23EAA5965}" dt="2020-09-07T15:01:30.185" v="35" actId="20577"/>
      <pc:docMkLst>
        <pc:docMk/>
      </pc:docMkLst>
      <pc:sldChg chg="modSp">
        <pc:chgData name="William Estes" userId="a88fcdbc31b6f594" providerId="Windows Live" clId="Web-{1A15A8C6-7F5E-4D8D-5352-2EA23EAA5965}" dt="2020-09-07T15:01:29.544" v="33" actId="20577"/>
        <pc:sldMkLst>
          <pc:docMk/>
          <pc:sldMk cId="1056604679" sldId="260"/>
        </pc:sldMkLst>
        <pc:spChg chg="mod">
          <ac:chgData name="William Estes" userId="a88fcdbc31b6f594" providerId="Windows Live" clId="Web-{1A15A8C6-7F5E-4D8D-5352-2EA23EAA5965}" dt="2020-09-07T15:01:15.747" v="9" actId="20577"/>
          <ac:spMkLst>
            <pc:docMk/>
            <pc:sldMk cId="1056604679" sldId="260"/>
            <ac:spMk id="2" creationId="{089AB04D-874D-0245-A562-02212EE48CA7}"/>
          </ac:spMkLst>
        </pc:spChg>
        <pc:spChg chg="mod">
          <ac:chgData name="William Estes" userId="a88fcdbc31b6f594" providerId="Windows Live" clId="Web-{1A15A8C6-7F5E-4D8D-5352-2EA23EAA5965}" dt="2020-09-07T15:01:29.544" v="33" actId="20577"/>
          <ac:spMkLst>
            <pc:docMk/>
            <pc:sldMk cId="1056604679" sldId="260"/>
            <ac:spMk id="3" creationId="{3713A5A2-1019-0143-BC00-1B8B12D7C198}"/>
          </ac:spMkLst>
        </pc:spChg>
      </pc:sldChg>
      <pc:sldChg chg="add replId">
        <pc:chgData name="William Estes" userId="a88fcdbc31b6f594" providerId="Windows Live" clId="Web-{1A15A8C6-7F5E-4D8D-5352-2EA23EAA5965}" dt="2020-09-07T15:01:12.153" v="0"/>
        <pc:sldMkLst>
          <pc:docMk/>
          <pc:sldMk cId="2117440973" sldId="309"/>
        </pc:sldMkLst>
      </pc:sldChg>
    </pc:docChg>
  </pc:docChgLst>
  <pc:docChgLst>
    <pc:chgData name="William Estes" userId="a88fcdbc31b6f594" providerId="Windows Live" clId="Web-{A6C77E77-BD87-4310-AAEF-8517C3D9C5FB}"/>
    <pc:docChg chg="addSld delSld modSld sldOrd">
      <pc:chgData name="William Estes" userId="a88fcdbc31b6f594" providerId="Windows Live" clId="Web-{A6C77E77-BD87-4310-AAEF-8517C3D9C5FB}" dt="2020-08-26T03:27:37.070" v="962" actId="1076"/>
      <pc:docMkLst>
        <pc:docMk/>
      </pc:docMkLst>
      <pc:sldChg chg="modSp">
        <pc:chgData name="William Estes" userId="a88fcdbc31b6f594" providerId="Windows Live" clId="Web-{A6C77E77-BD87-4310-AAEF-8517C3D9C5FB}" dt="2020-08-26T03:15:59.426" v="554" actId="20577"/>
        <pc:sldMkLst>
          <pc:docMk/>
          <pc:sldMk cId="3421889743" sldId="277"/>
        </pc:sldMkLst>
        <pc:spChg chg="mod">
          <ac:chgData name="William Estes" userId="a88fcdbc31b6f594" providerId="Windows Live" clId="Web-{A6C77E77-BD87-4310-AAEF-8517C3D9C5FB}" dt="2020-08-26T03:15:59.426" v="554" actId="20577"/>
          <ac:spMkLst>
            <pc:docMk/>
            <pc:sldMk cId="3421889743" sldId="277"/>
            <ac:spMk id="4" creationId="{5C0E649D-E3FD-41FB-BA87-37C62725C740}"/>
          </ac:spMkLst>
        </pc:spChg>
      </pc:sldChg>
      <pc:sldChg chg="modSp">
        <pc:chgData name="William Estes" userId="a88fcdbc31b6f594" providerId="Windows Live" clId="Web-{A6C77E77-BD87-4310-AAEF-8517C3D9C5FB}" dt="2020-08-26T01:20:26.775" v="140" actId="20577"/>
        <pc:sldMkLst>
          <pc:docMk/>
          <pc:sldMk cId="496210837" sldId="280"/>
        </pc:sldMkLst>
        <pc:spChg chg="mod">
          <ac:chgData name="William Estes" userId="a88fcdbc31b6f594" providerId="Windows Live" clId="Web-{A6C77E77-BD87-4310-AAEF-8517C3D9C5FB}" dt="2020-08-26T01:20:26.775" v="140" actId="20577"/>
          <ac:spMkLst>
            <pc:docMk/>
            <pc:sldMk cId="496210837" sldId="280"/>
            <ac:spMk id="3" creationId="{3713A5A2-1019-0143-BC00-1B8B12D7C198}"/>
          </ac:spMkLst>
        </pc:spChg>
      </pc:sldChg>
      <pc:sldChg chg="modSp">
        <pc:chgData name="William Estes" userId="a88fcdbc31b6f594" providerId="Windows Live" clId="Web-{A6C77E77-BD87-4310-AAEF-8517C3D9C5FB}" dt="2020-08-26T03:16:10.020" v="557" actId="20577"/>
        <pc:sldMkLst>
          <pc:docMk/>
          <pc:sldMk cId="2362235639" sldId="282"/>
        </pc:sldMkLst>
        <pc:spChg chg="mod">
          <ac:chgData name="William Estes" userId="a88fcdbc31b6f594" providerId="Windows Live" clId="Web-{A6C77E77-BD87-4310-AAEF-8517C3D9C5FB}" dt="2020-08-26T03:16:10.020" v="557" actId="20577"/>
          <ac:spMkLst>
            <pc:docMk/>
            <pc:sldMk cId="2362235639" sldId="282"/>
            <ac:spMk id="4" creationId="{5C0E649D-E3FD-41FB-BA87-37C62725C740}"/>
          </ac:spMkLst>
        </pc:spChg>
      </pc:sldChg>
      <pc:sldChg chg="addSp modSp add replId">
        <pc:chgData name="William Estes" userId="a88fcdbc31b6f594" providerId="Windows Live" clId="Web-{A6C77E77-BD87-4310-AAEF-8517C3D9C5FB}" dt="2020-08-26T02:45:04.278" v="539" actId="1076"/>
        <pc:sldMkLst>
          <pc:docMk/>
          <pc:sldMk cId="1761172003" sldId="284"/>
        </pc:sldMkLst>
        <pc:spChg chg="mod">
          <ac:chgData name="William Estes" userId="a88fcdbc31b6f594" providerId="Windows Live" clId="Web-{A6C77E77-BD87-4310-AAEF-8517C3D9C5FB}" dt="2020-08-26T02:44:42.716" v="533" actId="20577"/>
          <ac:spMkLst>
            <pc:docMk/>
            <pc:sldMk cId="1761172003" sldId="284"/>
            <ac:spMk id="3" creationId="{3713A5A2-1019-0143-BC00-1B8B12D7C198}"/>
          </ac:spMkLst>
        </pc:spChg>
        <pc:picChg chg="add mod">
          <ac:chgData name="William Estes" userId="a88fcdbc31b6f594" providerId="Windows Live" clId="Web-{A6C77E77-BD87-4310-AAEF-8517C3D9C5FB}" dt="2020-08-26T02:45:04.278" v="539" actId="1076"/>
          <ac:picMkLst>
            <pc:docMk/>
            <pc:sldMk cId="1761172003" sldId="284"/>
            <ac:picMk id="4" creationId="{0AAB46F1-32FF-49EB-85F0-DC9919487A99}"/>
          </ac:picMkLst>
        </pc:picChg>
      </pc:sldChg>
      <pc:sldChg chg="addSp modSp add replId">
        <pc:chgData name="William Estes" userId="a88fcdbc31b6f594" providerId="Windows Live" clId="Web-{A6C77E77-BD87-4310-AAEF-8517C3D9C5FB}" dt="2020-08-26T01:39:20.822" v="290" actId="14100"/>
        <pc:sldMkLst>
          <pc:docMk/>
          <pc:sldMk cId="3619621420" sldId="285"/>
        </pc:sldMkLst>
        <pc:spChg chg="mod">
          <ac:chgData name="William Estes" userId="a88fcdbc31b6f594" providerId="Windows Live" clId="Web-{A6C77E77-BD87-4310-AAEF-8517C3D9C5FB}" dt="2020-08-26T01:39:08.744" v="286" actId="20577"/>
          <ac:spMkLst>
            <pc:docMk/>
            <pc:sldMk cId="3619621420" sldId="285"/>
            <ac:spMk id="3" creationId="{1095E837-F77E-AE4D-944C-919B5D780AAA}"/>
          </ac:spMkLst>
        </pc:spChg>
        <pc:picChg chg="add mod">
          <ac:chgData name="William Estes" userId="a88fcdbc31b6f594" providerId="Windows Live" clId="Web-{A6C77E77-BD87-4310-AAEF-8517C3D9C5FB}" dt="2020-08-26T01:39:20.822" v="290" actId="14100"/>
          <ac:picMkLst>
            <pc:docMk/>
            <pc:sldMk cId="3619621420" sldId="285"/>
            <ac:picMk id="4" creationId="{EDC43611-772D-4F8D-8AC8-E989597ACBEE}"/>
          </ac:picMkLst>
        </pc:picChg>
      </pc:sldChg>
      <pc:sldChg chg="addSp delSp modSp add replId">
        <pc:chgData name="William Estes" userId="a88fcdbc31b6f594" providerId="Windows Live" clId="Web-{A6C77E77-BD87-4310-AAEF-8517C3D9C5FB}" dt="2020-08-26T01:46:57.636" v="331" actId="1076"/>
        <pc:sldMkLst>
          <pc:docMk/>
          <pc:sldMk cId="1733125250" sldId="286"/>
        </pc:sldMkLst>
        <pc:spChg chg="mod">
          <ac:chgData name="William Estes" userId="a88fcdbc31b6f594" providerId="Windows Live" clId="Web-{A6C77E77-BD87-4310-AAEF-8517C3D9C5FB}" dt="2020-08-26T01:39:53.213" v="317" actId="20577"/>
          <ac:spMkLst>
            <pc:docMk/>
            <pc:sldMk cId="1733125250" sldId="286"/>
            <ac:spMk id="3" creationId="{1095E837-F77E-AE4D-944C-919B5D780AAA}"/>
          </ac:spMkLst>
        </pc:spChg>
        <pc:picChg chg="del">
          <ac:chgData name="William Estes" userId="a88fcdbc31b6f594" providerId="Windows Live" clId="Web-{A6C77E77-BD87-4310-AAEF-8517C3D9C5FB}" dt="2020-08-26T01:39:57.854" v="321"/>
          <ac:picMkLst>
            <pc:docMk/>
            <pc:sldMk cId="1733125250" sldId="286"/>
            <ac:picMk id="4" creationId="{EDC43611-772D-4F8D-8AC8-E989597ACBEE}"/>
          </ac:picMkLst>
        </pc:picChg>
        <pc:picChg chg="add mod">
          <ac:chgData name="William Estes" userId="a88fcdbc31b6f594" providerId="Windows Live" clId="Web-{A6C77E77-BD87-4310-AAEF-8517C3D9C5FB}" dt="2020-08-26T01:46:52.855" v="329" actId="1076"/>
          <ac:picMkLst>
            <pc:docMk/>
            <pc:sldMk cId="1733125250" sldId="286"/>
            <ac:picMk id="5" creationId="{B1CA5894-019A-4758-883C-ED5815D0A5E9}"/>
          </ac:picMkLst>
        </pc:picChg>
        <pc:picChg chg="add mod">
          <ac:chgData name="William Estes" userId="a88fcdbc31b6f594" providerId="Windows Live" clId="Web-{A6C77E77-BD87-4310-AAEF-8517C3D9C5FB}" dt="2020-08-26T01:46:57.636" v="331" actId="1076"/>
          <ac:picMkLst>
            <pc:docMk/>
            <pc:sldMk cId="1733125250" sldId="286"/>
            <ac:picMk id="6" creationId="{0B3613EF-C45A-4A6B-8053-062DCF1F4D35}"/>
          </ac:picMkLst>
        </pc:picChg>
      </pc:sldChg>
      <pc:sldChg chg="modSp add ord replId">
        <pc:chgData name="William Estes" userId="a88fcdbc31b6f594" providerId="Windows Live" clId="Web-{A6C77E77-BD87-4310-AAEF-8517C3D9C5FB}" dt="2020-08-26T03:09:10.805" v="547" actId="20577"/>
        <pc:sldMkLst>
          <pc:docMk/>
          <pc:sldMk cId="3016926997" sldId="287"/>
        </pc:sldMkLst>
        <pc:spChg chg="mod">
          <ac:chgData name="William Estes" userId="a88fcdbc31b6f594" providerId="Windows Live" clId="Web-{A6C77E77-BD87-4310-AAEF-8517C3D9C5FB}" dt="2020-08-26T03:09:10.805" v="547" actId="20577"/>
          <ac:spMkLst>
            <pc:docMk/>
            <pc:sldMk cId="3016926997" sldId="287"/>
            <ac:spMk id="4" creationId="{5C0E649D-E3FD-41FB-BA87-37C62725C740}"/>
          </ac:spMkLst>
        </pc:spChg>
      </pc:sldChg>
      <pc:sldChg chg="addSp delSp modSp add replId">
        <pc:chgData name="William Estes" userId="a88fcdbc31b6f594" providerId="Windows Live" clId="Web-{A6C77E77-BD87-4310-AAEF-8517C3D9C5FB}" dt="2020-08-26T03:21:20.075" v="764" actId="20577"/>
        <pc:sldMkLst>
          <pc:docMk/>
          <pc:sldMk cId="285019892" sldId="288"/>
        </pc:sldMkLst>
        <pc:spChg chg="mod">
          <ac:chgData name="William Estes" userId="a88fcdbc31b6f594" providerId="Windows Live" clId="Web-{A6C77E77-BD87-4310-AAEF-8517C3D9C5FB}" dt="2020-08-26T03:21:20.075" v="764" actId="20577"/>
          <ac:spMkLst>
            <pc:docMk/>
            <pc:sldMk cId="285019892" sldId="288"/>
            <ac:spMk id="3" creationId="{3713A5A2-1019-0143-BC00-1B8B12D7C198}"/>
          </ac:spMkLst>
        </pc:spChg>
        <pc:picChg chg="del">
          <ac:chgData name="William Estes" userId="a88fcdbc31b6f594" providerId="Windows Live" clId="Web-{A6C77E77-BD87-4310-AAEF-8517C3D9C5FB}" dt="2020-08-26T03:18:23.461" v="561"/>
          <ac:picMkLst>
            <pc:docMk/>
            <pc:sldMk cId="285019892" sldId="288"/>
            <ac:picMk id="4" creationId="{0AAB46F1-32FF-49EB-85F0-DC9919487A99}"/>
          </ac:picMkLst>
        </pc:picChg>
        <pc:picChg chg="add mod">
          <ac:chgData name="William Estes" userId="a88fcdbc31b6f594" providerId="Windows Live" clId="Web-{A6C77E77-BD87-4310-AAEF-8517C3D9C5FB}" dt="2020-08-26T03:20:57.183" v="733" actId="1076"/>
          <ac:picMkLst>
            <pc:docMk/>
            <pc:sldMk cId="285019892" sldId="288"/>
            <ac:picMk id="5" creationId="{04D6FB7C-0757-4A34-84F2-D794EA9EA312}"/>
          </ac:picMkLst>
        </pc:picChg>
      </pc:sldChg>
      <pc:sldChg chg="addSp delSp modSp add replId">
        <pc:chgData name="William Estes" userId="a88fcdbc31b6f594" providerId="Windows Live" clId="Web-{A6C77E77-BD87-4310-AAEF-8517C3D9C5FB}" dt="2020-08-26T03:24:12.220" v="838" actId="1076"/>
        <pc:sldMkLst>
          <pc:docMk/>
          <pc:sldMk cId="134332572" sldId="289"/>
        </pc:sldMkLst>
        <pc:spChg chg="mod">
          <ac:chgData name="William Estes" userId="a88fcdbc31b6f594" providerId="Windows Live" clId="Web-{A6C77E77-BD87-4310-AAEF-8517C3D9C5FB}" dt="2020-08-26T03:23:02.015" v="831" actId="20577"/>
          <ac:spMkLst>
            <pc:docMk/>
            <pc:sldMk cId="134332572" sldId="289"/>
            <ac:spMk id="3" creationId="{3713A5A2-1019-0143-BC00-1B8B12D7C198}"/>
          </ac:spMkLst>
        </pc:spChg>
        <pc:picChg chg="add mod">
          <ac:chgData name="William Estes" userId="a88fcdbc31b6f594" providerId="Windows Live" clId="Web-{A6C77E77-BD87-4310-AAEF-8517C3D9C5FB}" dt="2020-08-26T03:24:12.220" v="838" actId="1076"/>
          <ac:picMkLst>
            <pc:docMk/>
            <pc:sldMk cId="134332572" sldId="289"/>
            <ac:picMk id="4" creationId="{4259BACA-FCD8-48E2-9A07-B9333745DEDB}"/>
          </ac:picMkLst>
        </pc:picChg>
        <pc:picChg chg="del">
          <ac:chgData name="William Estes" userId="a88fcdbc31b6f594" providerId="Windows Live" clId="Web-{A6C77E77-BD87-4310-AAEF-8517C3D9C5FB}" dt="2020-08-26T03:23:03.343" v="834"/>
          <ac:picMkLst>
            <pc:docMk/>
            <pc:sldMk cId="134332572" sldId="289"/>
            <ac:picMk id="5" creationId="{04D6FB7C-0757-4A34-84F2-D794EA9EA312}"/>
          </ac:picMkLst>
        </pc:picChg>
      </pc:sldChg>
      <pc:sldChg chg="addSp delSp modSp add replId">
        <pc:chgData name="William Estes" userId="a88fcdbc31b6f594" providerId="Windows Live" clId="Web-{A6C77E77-BD87-4310-AAEF-8517C3D9C5FB}" dt="2020-08-26T03:27:37.070" v="962" actId="1076"/>
        <pc:sldMkLst>
          <pc:docMk/>
          <pc:sldMk cId="187834809" sldId="290"/>
        </pc:sldMkLst>
        <pc:spChg chg="mod">
          <ac:chgData name="William Estes" userId="a88fcdbc31b6f594" providerId="Windows Live" clId="Web-{A6C77E77-BD87-4310-AAEF-8517C3D9C5FB}" dt="2020-08-26T03:25:37.911" v="956" actId="20577"/>
          <ac:spMkLst>
            <pc:docMk/>
            <pc:sldMk cId="187834809" sldId="290"/>
            <ac:spMk id="3" creationId="{3713A5A2-1019-0143-BC00-1B8B12D7C198}"/>
          </ac:spMkLst>
        </pc:spChg>
        <pc:picChg chg="del">
          <ac:chgData name="William Estes" userId="a88fcdbc31b6f594" providerId="Windows Live" clId="Web-{A6C77E77-BD87-4310-AAEF-8517C3D9C5FB}" dt="2020-08-26T03:24:45.784" v="845"/>
          <ac:picMkLst>
            <pc:docMk/>
            <pc:sldMk cId="187834809" sldId="290"/>
            <ac:picMk id="4" creationId="{0AAB46F1-32FF-49EB-85F0-DC9919487A99}"/>
          </ac:picMkLst>
        </pc:picChg>
        <pc:picChg chg="add mod">
          <ac:chgData name="William Estes" userId="a88fcdbc31b6f594" providerId="Windows Live" clId="Web-{A6C77E77-BD87-4310-AAEF-8517C3D9C5FB}" dt="2020-08-26T03:27:37.070" v="962" actId="1076"/>
          <ac:picMkLst>
            <pc:docMk/>
            <pc:sldMk cId="187834809" sldId="290"/>
            <ac:picMk id="5" creationId="{B057C833-D30E-41C1-9931-A05FBB997D65}"/>
          </ac:picMkLst>
        </pc:picChg>
      </pc:sldChg>
      <pc:sldChg chg="new del">
        <pc:chgData name="William Estes" userId="a88fcdbc31b6f594" providerId="Windows Live" clId="Web-{A6C77E77-BD87-4310-AAEF-8517C3D9C5FB}" dt="2020-08-26T03:24:36.300" v="840"/>
        <pc:sldMkLst>
          <pc:docMk/>
          <pc:sldMk cId="1788817066" sldId="290"/>
        </pc:sldMkLst>
      </pc:sldChg>
    </pc:docChg>
  </pc:docChgLst>
  <pc:docChgLst>
    <pc:chgData name="William Estes" userId="a88fcdbc31b6f594" providerId="Windows Live" clId="Web-{ABEB7AC0-4B5A-4E57-998A-186A788F386B}"/>
    <pc:docChg chg="addSld delSld modSld">
      <pc:chgData name="William Estes" userId="a88fcdbc31b6f594" providerId="Windows Live" clId="Web-{ABEB7AC0-4B5A-4E57-998A-186A788F386B}" dt="2020-08-22T17:13:54.820" v="566" actId="20577"/>
      <pc:docMkLst>
        <pc:docMk/>
      </pc:docMkLst>
      <pc:sldChg chg="del">
        <pc:chgData name="William Estes" userId="a88fcdbc31b6f594" providerId="Windows Live" clId="Web-{ABEB7AC0-4B5A-4E57-998A-186A788F386B}" dt="2020-08-22T17:01:52.238" v="0"/>
        <pc:sldMkLst>
          <pc:docMk/>
          <pc:sldMk cId="178043350" sldId="276"/>
        </pc:sldMkLst>
      </pc:sldChg>
      <pc:sldChg chg="delSp modSp add replId">
        <pc:chgData name="William Estes" userId="a88fcdbc31b6f594" providerId="Windows Live" clId="Web-{ABEB7AC0-4B5A-4E57-998A-186A788F386B}" dt="2020-08-22T17:13:54.820" v="565" actId="20577"/>
        <pc:sldMkLst>
          <pc:docMk/>
          <pc:sldMk cId="496210837" sldId="280"/>
        </pc:sldMkLst>
        <pc:spChg chg="mod">
          <ac:chgData name="William Estes" userId="a88fcdbc31b6f594" providerId="Windows Live" clId="Web-{ABEB7AC0-4B5A-4E57-998A-186A788F386B}" dt="2020-08-22T17:05:25.534" v="26" actId="20577"/>
          <ac:spMkLst>
            <pc:docMk/>
            <pc:sldMk cId="496210837" sldId="280"/>
            <ac:spMk id="2" creationId="{089AB04D-874D-0245-A562-02212EE48CA7}"/>
          </ac:spMkLst>
        </pc:spChg>
        <pc:spChg chg="mod">
          <ac:chgData name="William Estes" userId="a88fcdbc31b6f594" providerId="Windows Live" clId="Web-{ABEB7AC0-4B5A-4E57-998A-186A788F386B}" dt="2020-08-22T17:13:54.820" v="565" actId="20577"/>
          <ac:spMkLst>
            <pc:docMk/>
            <pc:sldMk cId="496210837" sldId="280"/>
            <ac:spMk id="3" creationId="{3713A5A2-1019-0143-BC00-1B8B12D7C198}"/>
          </ac:spMkLst>
        </pc:spChg>
        <pc:picChg chg="del">
          <ac:chgData name="William Estes" userId="a88fcdbc31b6f594" providerId="Windows Live" clId="Web-{ABEB7AC0-4B5A-4E57-998A-186A788F386B}" dt="2020-08-22T17:05:01.425" v="2"/>
          <ac:picMkLst>
            <pc:docMk/>
            <pc:sldMk cId="496210837" sldId="280"/>
            <ac:picMk id="4" creationId="{0790BB03-A007-814A-BCAA-2E3E6A491580}"/>
          </ac:picMkLst>
        </pc:picChg>
        <pc:picChg chg="del">
          <ac:chgData name="William Estes" userId="a88fcdbc31b6f594" providerId="Windows Live" clId="Web-{ABEB7AC0-4B5A-4E57-998A-186A788F386B}" dt="2020-08-22T17:05:03.300" v="3"/>
          <ac:picMkLst>
            <pc:docMk/>
            <pc:sldMk cId="496210837" sldId="280"/>
            <ac:picMk id="5" creationId="{7527B50C-2AB6-C94F-B961-251132699D14}"/>
          </ac:picMkLst>
        </pc:picChg>
      </pc:sldChg>
    </pc:docChg>
  </pc:docChgLst>
  <pc:docChgLst>
    <pc:chgData name="William Estes" userId="a88fcdbc31b6f594" providerId="Windows Live" clId="Web-{78743B36-A8F2-45C2-8DC9-18B093944C90}"/>
    <pc:docChg chg="addSld delSld modSld sldOrd">
      <pc:chgData name="William Estes" userId="a88fcdbc31b6f594" providerId="Windows Live" clId="Web-{78743B36-A8F2-45C2-8DC9-18B093944C90}" dt="2020-08-23T23:02:19.153" v="4157" actId="20577"/>
      <pc:docMkLst>
        <pc:docMk/>
      </pc:docMkLst>
      <pc:sldChg chg="modSp">
        <pc:chgData name="William Estes" userId="a88fcdbc31b6f594" providerId="Windows Live" clId="Web-{78743B36-A8F2-45C2-8DC9-18B093944C90}" dt="2020-08-23T15:42:07.477" v="4" actId="20577"/>
        <pc:sldMkLst>
          <pc:docMk/>
          <pc:sldMk cId="1945136841" sldId="256"/>
        </pc:sldMkLst>
        <pc:spChg chg="mod">
          <ac:chgData name="William Estes" userId="a88fcdbc31b6f594" providerId="Windows Live" clId="Web-{78743B36-A8F2-45C2-8DC9-18B093944C90}" dt="2020-08-23T15:42:07.477" v="4" actId="20577"/>
          <ac:spMkLst>
            <pc:docMk/>
            <pc:sldMk cId="1945136841" sldId="256"/>
            <ac:spMk id="2" creationId="{073FCCB2-5FFC-AF47-90CA-9CC12D113DDD}"/>
          </ac:spMkLst>
        </pc:spChg>
      </pc:sldChg>
      <pc:sldChg chg="del">
        <pc:chgData name="William Estes" userId="a88fcdbc31b6f594" providerId="Windows Live" clId="Web-{78743B36-A8F2-45C2-8DC9-18B093944C90}" dt="2020-08-23T15:42:45.221" v="18"/>
        <pc:sldMkLst>
          <pc:docMk/>
          <pc:sldMk cId="2529677887" sldId="257"/>
        </pc:sldMkLst>
      </pc:sldChg>
      <pc:sldChg chg="del">
        <pc:chgData name="William Estes" userId="a88fcdbc31b6f594" providerId="Windows Live" clId="Web-{78743B36-A8F2-45C2-8DC9-18B093944C90}" dt="2020-08-23T15:42:45.221" v="17"/>
        <pc:sldMkLst>
          <pc:docMk/>
          <pc:sldMk cId="2626440704" sldId="258"/>
        </pc:sldMkLst>
      </pc:sldChg>
      <pc:sldChg chg="del">
        <pc:chgData name="William Estes" userId="a88fcdbc31b6f594" providerId="Windows Live" clId="Web-{78743B36-A8F2-45C2-8DC9-18B093944C90}" dt="2020-08-23T15:42:45.221" v="16"/>
        <pc:sldMkLst>
          <pc:docMk/>
          <pc:sldMk cId="3549427197" sldId="259"/>
        </pc:sldMkLst>
      </pc:sldChg>
      <pc:sldChg chg="addSp delSp modSp">
        <pc:chgData name="William Estes" userId="a88fcdbc31b6f594" providerId="Windows Live" clId="Web-{78743B36-A8F2-45C2-8DC9-18B093944C90}" dt="2020-08-23T21:08:40.356" v="1796" actId="20577"/>
        <pc:sldMkLst>
          <pc:docMk/>
          <pc:sldMk cId="1056604679" sldId="260"/>
        </pc:sldMkLst>
        <pc:spChg chg="mod">
          <ac:chgData name="William Estes" userId="a88fcdbc31b6f594" providerId="Windows Live" clId="Web-{78743B36-A8F2-45C2-8DC9-18B093944C90}" dt="2020-08-23T21:08:40.356" v="1796" actId="20577"/>
          <ac:spMkLst>
            <pc:docMk/>
            <pc:sldMk cId="1056604679" sldId="260"/>
            <ac:spMk id="3" creationId="{3713A5A2-1019-0143-BC00-1B8B12D7C198}"/>
          </ac:spMkLst>
        </pc:spChg>
        <pc:picChg chg="add del mod">
          <ac:chgData name="William Estes" userId="a88fcdbc31b6f594" providerId="Windows Live" clId="Web-{78743B36-A8F2-45C2-8DC9-18B093944C90}" dt="2020-08-23T21:05:54.760" v="1072"/>
          <ac:picMkLst>
            <pc:docMk/>
            <pc:sldMk cId="1056604679" sldId="260"/>
            <ac:picMk id="4" creationId="{FA9C86AC-0806-4235-A32F-104DFC360E47}"/>
          </ac:picMkLst>
        </pc:picChg>
        <pc:picChg chg="add del mod">
          <ac:chgData name="William Estes" userId="a88fcdbc31b6f594" providerId="Windows Live" clId="Web-{78743B36-A8F2-45C2-8DC9-18B093944C90}" dt="2020-08-23T21:05:53.557" v="1071"/>
          <ac:picMkLst>
            <pc:docMk/>
            <pc:sldMk cId="1056604679" sldId="260"/>
            <ac:picMk id="5" creationId="{A2EF13E4-E155-4BDE-BF46-4F99B8777A1F}"/>
          </ac:picMkLst>
        </pc:picChg>
        <pc:picChg chg="add del mod">
          <ac:chgData name="William Estes" userId="a88fcdbc31b6f594" providerId="Windows Live" clId="Web-{78743B36-A8F2-45C2-8DC9-18B093944C90}" dt="2020-08-23T21:05:52.291" v="1070"/>
          <ac:picMkLst>
            <pc:docMk/>
            <pc:sldMk cId="1056604679" sldId="260"/>
            <ac:picMk id="6" creationId="{96A8C2C1-1326-4838-86CA-3245963A11EB}"/>
          </ac:picMkLst>
        </pc:picChg>
        <pc:picChg chg="add mod">
          <ac:chgData name="William Estes" userId="a88fcdbc31b6f594" providerId="Windows Live" clId="Web-{78743B36-A8F2-45C2-8DC9-18B093944C90}" dt="2020-08-23T21:06:37.885" v="1784" actId="1076"/>
          <ac:picMkLst>
            <pc:docMk/>
            <pc:sldMk cId="1056604679" sldId="260"/>
            <ac:picMk id="7" creationId="{7D0999C3-1D3F-4622-9A1B-8DC734094F20}"/>
          </ac:picMkLst>
        </pc:picChg>
      </pc:sldChg>
      <pc:sldChg chg="addSp modSp">
        <pc:chgData name="William Estes" userId="a88fcdbc31b6f594" providerId="Windows Live" clId="Web-{78743B36-A8F2-45C2-8DC9-18B093944C90}" dt="2020-08-23T21:15:31.661" v="2206" actId="20577"/>
        <pc:sldMkLst>
          <pc:docMk/>
          <pc:sldMk cId="2840496418" sldId="261"/>
        </pc:sldMkLst>
        <pc:spChg chg="mod">
          <ac:chgData name="William Estes" userId="a88fcdbc31b6f594" providerId="Windows Live" clId="Web-{78743B36-A8F2-45C2-8DC9-18B093944C90}" dt="2020-08-23T21:09:00.778" v="1802" actId="20577"/>
          <ac:spMkLst>
            <pc:docMk/>
            <pc:sldMk cId="2840496418" sldId="261"/>
            <ac:spMk id="2" creationId="{089AB04D-874D-0245-A562-02212EE48CA7}"/>
          </ac:spMkLst>
        </pc:spChg>
        <pc:spChg chg="mod">
          <ac:chgData name="William Estes" userId="a88fcdbc31b6f594" providerId="Windows Live" clId="Web-{78743B36-A8F2-45C2-8DC9-18B093944C90}" dt="2020-08-23T21:15:31.661" v="2206" actId="20577"/>
          <ac:spMkLst>
            <pc:docMk/>
            <pc:sldMk cId="2840496418" sldId="261"/>
            <ac:spMk id="3" creationId="{3713A5A2-1019-0143-BC00-1B8B12D7C198}"/>
          </ac:spMkLst>
        </pc:spChg>
        <pc:picChg chg="add mod">
          <ac:chgData name="William Estes" userId="a88fcdbc31b6f594" providerId="Windows Live" clId="Web-{78743B36-A8F2-45C2-8DC9-18B093944C90}" dt="2020-08-23T21:14:22.551" v="2205" actId="1076"/>
          <ac:picMkLst>
            <pc:docMk/>
            <pc:sldMk cId="2840496418" sldId="261"/>
            <ac:picMk id="4" creationId="{507C3C5F-5563-43D7-8381-79C548DCA2C5}"/>
          </ac:picMkLst>
        </pc:picChg>
      </pc:sldChg>
      <pc:sldChg chg="addSp delSp modSp del">
        <pc:chgData name="William Estes" userId="a88fcdbc31b6f594" providerId="Windows Live" clId="Web-{78743B36-A8F2-45C2-8DC9-18B093944C90}" dt="2020-08-23T22:33:13.124" v="2798"/>
        <pc:sldMkLst>
          <pc:docMk/>
          <pc:sldMk cId="3712790920" sldId="262"/>
        </pc:sldMkLst>
        <pc:spChg chg="mod">
          <ac:chgData name="William Estes" userId="a88fcdbc31b6f594" providerId="Windows Live" clId="Web-{78743B36-A8F2-45C2-8DC9-18B093944C90}" dt="2020-08-23T21:22:01.464" v="2217" actId="20577"/>
          <ac:spMkLst>
            <pc:docMk/>
            <pc:sldMk cId="3712790920" sldId="262"/>
            <ac:spMk id="2" creationId="{089AB04D-874D-0245-A562-02212EE48CA7}"/>
          </ac:spMkLst>
        </pc:spChg>
        <pc:spChg chg="add mod">
          <ac:chgData name="William Estes" userId="a88fcdbc31b6f594" providerId="Windows Live" clId="Web-{78743B36-A8F2-45C2-8DC9-18B093944C90}" dt="2020-08-23T22:30:40.470" v="2787" actId="14100"/>
          <ac:spMkLst>
            <pc:docMk/>
            <pc:sldMk cId="3712790920" sldId="262"/>
            <ac:spMk id="6" creationId="{FDB60DBF-F433-4057-85ED-960E10BB18C1}"/>
          </ac:spMkLst>
        </pc:spChg>
        <pc:picChg chg="del">
          <ac:chgData name="William Estes" userId="a88fcdbc31b6f594" providerId="Windows Live" clId="Web-{78743B36-A8F2-45C2-8DC9-18B093944C90}" dt="2020-08-23T21:22:03.120" v="2220"/>
          <ac:picMkLst>
            <pc:docMk/>
            <pc:sldMk cId="3712790920" sldId="262"/>
            <ac:picMk id="4" creationId="{42FB71A3-00B3-7F42-9BC5-6061084208CE}"/>
          </ac:picMkLst>
        </pc:picChg>
        <pc:picChg chg="del">
          <ac:chgData name="William Estes" userId="a88fcdbc31b6f594" providerId="Windows Live" clId="Web-{78743B36-A8F2-45C2-8DC9-18B093944C90}" dt="2020-08-23T21:22:08.808" v="2221"/>
          <ac:picMkLst>
            <pc:docMk/>
            <pc:sldMk cId="3712790920" sldId="262"/>
            <ac:picMk id="5" creationId="{275740CB-638A-0E4D-9156-A0E16DE3A496}"/>
          </ac:picMkLst>
        </pc:picChg>
      </pc:sldChg>
      <pc:sldChg chg="del">
        <pc:chgData name="William Estes" userId="a88fcdbc31b6f594" providerId="Windows Live" clId="Web-{78743B36-A8F2-45C2-8DC9-18B093944C90}" dt="2020-08-23T22:33:26.608" v="2810"/>
        <pc:sldMkLst>
          <pc:docMk/>
          <pc:sldMk cId="1266037862" sldId="263"/>
        </pc:sldMkLst>
      </pc:sldChg>
      <pc:sldChg chg="modSp">
        <pc:chgData name="William Estes" userId="a88fcdbc31b6f594" providerId="Windows Live" clId="Web-{78743B36-A8F2-45C2-8DC9-18B093944C90}" dt="2020-08-23T15:43:27.158" v="75" actId="20577"/>
        <pc:sldMkLst>
          <pc:docMk/>
          <pc:sldMk cId="830997286" sldId="264"/>
        </pc:sldMkLst>
        <pc:spChg chg="mod">
          <ac:chgData name="William Estes" userId="a88fcdbc31b6f594" providerId="Windows Live" clId="Web-{78743B36-A8F2-45C2-8DC9-18B093944C90}" dt="2020-08-23T15:42:21.180" v="10" actId="20577"/>
          <ac:spMkLst>
            <pc:docMk/>
            <pc:sldMk cId="830997286" sldId="264"/>
            <ac:spMk id="2" creationId="{5C86CBF7-69F7-7B44-ABCE-F80D6130EA7B}"/>
          </ac:spMkLst>
        </pc:spChg>
        <pc:spChg chg="mod">
          <ac:chgData name="William Estes" userId="a88fcdbc31b6f594" providerId="Windows Live" clId="Web-{78743B36-A8F2-45C2-8DC9-18B093944C90}" dt="2020-08-23T15:43:27.158" v="75" actId="20577"/>
          <ac:spMkLst>
            <pc:docMk/>
            <pc:sldMk cId="830997286" sldId="264"/>
            <ac:spMk id="3" creationId="{1095E837-F77E-AE4D-944C-919B5D780AAA}"/>
          </ac:spMkLst>
        </pc:spChg>
      </pc:sldChg>
      <pc:sldChg chg="addSp modSp">
        <pc:chgData name="William Estes" userId="a88fcdbc31b6f594" providerId="Windows Live" clId="Web-{78743B36-A8F2-45C2-8DC9-18B093944C90}" dt="2020-08-23T22:41:31.478" v="3228" actId="1076"/>
        <pc:sldMkLst>
          <pc:docMk/>
          <pc:sldMk cId="2341259573" sldId="265"/>
        </pc:sldMkLst>
        <pc:spChg chg="mod">
          <ac:chgData name="William Estes" userId="a88fcdbc31b6f594" providerId="Windows Live" clId="Web-{78743B36-A8F2-45C2-8DC9-18B093944C90}" dt="2020-08-23T22:33:41.514" v="2811" actId="20577"/>
          <ac:spMkLst>
            <pc:docMk/>
            <pc:sldMk cId="2341259573" sldId="265"/>
            <ac:spMk id="2" creationId="{089AB04D-874D-0245-A562-02212EE48CA7}"/>
          </ac:spMkLst>
        </pc:spChg>
        <pc:spChg chg="mod">
          <ac:chgData name="William Estes" userId="a88fcdbc31b6f594" providerId="Windows Live" clId="Web-{78743B36-A8F2-45C2-8DC9-18B093944C90}" dt="2020-08-23T22:38:08.794" v="3222" actId="20577"/>
          <ac:spMkLst>
            <pc:docMk/>
            <pc:sldMk cId="2341259573" sldId="265"/>
            <ac:spMk id="3" creationId="{3713A5A2-1019-0143-BC00-1B8B12D7C198}"/>
          </ac:spMkLst>
        </pc:spChg>
        <pc:picChg chg="add mod">
          <ac:chgData name="William Estes" userId="a88fcdbc31b6f594" providerId="Windows Live" clId="Web-{78743B36-A8F2-45C2-8DC9-18B093944C90}" dt="2020-08-23T22:41:31.478" v="3228" actId="1076"/>
          <ac:picMkLst>
            <pc:docMk/>
            <pc:sldMk cId="2341259573" sldId="265"/>
            <ac:picMk id="4" creationId="{E0ACEF81-4DA6-41B0-9CEC-C7594D73D889}"/>
          </ac:picMkLst>
        </pc:picChg>
      </pc:sldChg>
      <pc:sldChg chg="addSp modSp">
        <pc:chgData name="William Estes" userId="a88fcdbc31b6f594" providerId="Windows Live" clId="Web-{78743B36-A8F2-45C2-8DC9-18B093944C90}" dt="2020-08-23T23:01:20.805" v="4141" actId="20577"/>
        <pc:sldMkLst>
          <pc:docMk/>
          <pc:sldMk cId="1244393583" sldId="266"/>
        </pc:sldMkLst>
        <pc:spChg chg="mod">
          <ac:chgData name="William Estes" userId="a88fcdbc31b6f594" providerId="Windows Live" clId="Web-{78743B36-A8F2-45C2-8DC9-18B093944C90}" dt="2020-08-23T22:46:57.522" v="3561" actId="20577"/>
          <ac:spMkLst>
            <pc:docMk/>
            <pc:sldMk cId="1244393583" sldId="266"/>
            <ac:spMk id="2" creationId="{089AB04D-874D-0245-A562-02212EE48CA7}"/>
          </ac:spMkLst>
        </pc:spChg>
        <pc:spChg chg="mod">
          <ac:chgData name="William Estes" userId="a88fcdbc31b6f594" providerId="Windows Live" clId="Web-{78743B36-A8F2-45C2-8DC9-18B093944C90}" dt="2020-08-23T23:01:20.805" v="4141" actId="20577"/>
          <ac:spMkLst>
            <pc:docMk/>
            <pc:sldMk cId="1244393583" sldId="266"/>
            <ac:spMk id="3" creationId="{3713A5A2-1019-0143-BC00-1B8B12D7C198}"/>
          </ac:spMkLst>
        </pc:spChg>
        <pc:picChg chg="add mod">
          <ac:chgData name="William Estes" userId="a88fcdbc31b6f594" providerId="Windows Live" clId="Web-{78743B36-A8F2-45C2-8DC9-18B093944C90}" dt="2020-08-23T22:50:11.784" v="3761" actId="1076"/>
          <ac:picMkLst>
            <pc:docMk/>
            <pc:sldMk cId="1244393583" sldId="266"/>
            <ac:picMk id="4" creationId="{AC9A6746-5AD2-4677-98D0-BEC258B8AE22}"/>
          </ac:picMkLst>
        </pc:picChg>
        <pc:picChg chg="add mod">
          <ac:chgData name="William Estes" userId="a88fcdbc31b6f594" providerId="Windows Live" clId="Web-{78743B36-A8F2-45C2-8DC9-18B093944C90}" dt="2020-08-23T22:51:55.689" v="3764" actId="14100"/>
          <ac:picMkLst>
            <pc:docMk/>
            <pc:sldMk cId="1244393583" sldId="266"/>
            <ac:picMk id="5" creationId="{C4BD236A-ACF3-4D6E-B512-AAFF393A184A}"/>
          </ac:picMkLst>
        </pc:picChg>
      </pc:sldChg>
      <pc:sldChg chg="del">
        <pc:chgData name="William Estes" userId="a88fcdbc31b6f594" providerId="Windows Live" clId="Web-{78743B36-A8F2-45C2-8DC9-18B093944C90}" dt="2020-08-23T23:02:09.856" v="4154"/>
        <pc:sldMkLst>
          <pc:docMk/>
          <pc:sldMk cId="2840469782" sldId="267"/>
        </pc:sldMkLst>
      </pc:sldChg>
      <pc:sldChg chg="del">
        <pc:chgData name="William Estes" userId="a88fcdbc31b6f594" providerId="Windows Live" clId="Web-{78743B36-A8F2-45C2-8DC9-18B093944C90}" dt="2020-08-23T23:02:09.856" v="4153"/>
        <pc:sldMkLst>
          <pc:docMk/>
          <pc:sldMk cId="1622184776" sldId="268"/>
        </pc:sldMkLst>
      </pc:sldChg>
      <pc:sldChg chg="del">
        <pc:chgData name="William Estes" userId="a88fcdbc31b6f594" providerId="Windows Live" clId="Web-{78743B36-A8F2-45C2-8DC9-18B093944C90}" dt="2020-08-23T23:02:09.856" v="4152"/>
        <pc:sldMkLst>
          <pc:docMk/>
          <pc:sldMk cId="600822365" sldId="269"/>
        </pc:sldMkLst>
      </pc:sldChg>
      <pc:sldChg chg="del">
        <pc:chgData name="William Estes" userId="a88fcdbc31b6f594" providerId="Windows Live" clId="Web-{78743B36-A8F2-45C2-8DC9-18B093944C90}" dt="2020-08-23T23:02:09.856" v="4151"/>
        <pc:sldMkLst>
          <pc:docMk/>
          <pc:sldMk cId="4127551336" sldId="270"/>
        </pc:sldMkLst>
      </pc:sldChg>
      <pc:sldChg chg="del">
        <pc:chgData name="William Estes" userId="a88fcdbc31b6f594" providerId="Windows Live" clId="Web-{78743B36-A8F2-45C2-8DC9-18B093944C90}" dt="2020-08-23T23:02:09.856" v="4150"/>
        <pc:sldMkLst>
          <pc:docMk/>
          <pc:sldMk cId="3490158993" sldId="271"/>
        </pc:sldMkLst>
      </pc:sldChg>
      <pc:sldChg chg="del">
        <pc:chgData name="William Estes" userId="a88fcdbc31b6f594" providerId="Windows Live" clId="Web-{78743B36-A8F2-45C2-8DC9-18B093944C90}" dt="2020-08-23T23:02:09.856" v="4148"/>
        <pc:sldMkLst>
          <pc:docMk/>
          <pc:sldMk cId="1411778005" sldId="272"/>
        </pc:sldMkLst>
      </pc:sldChg>
      <pc:sldChg chg="del">
        <pc:chgData name="William Estes" userId="a88fcdbc31b6f594" providerId="Windows Live" clId="Web-{78743B36-A8F2-45C2-8DC9-18B093944C90}" dt="2020-08-23T23:02:09.856" v="4147"/>
        <pc:sldMkLst>
          <pc:docMk/>
          <pc:sldMk cId="845894980" sldId="273"/>
        </pc:sldMkLst>
      </pc:sldChg>
      <pc:sldChg chg="del">
        <pc:chgData name="William Estes" userId="a88fcdbc31b6f594" providerId="Windows Live" clId="Web-{78743B36-A8F2-45C2-8DC9-18B093944C90}" dt="2020-08-23T23:02:09.841" v="4145"/>
        <pc:sldMkLst>
          <pc:docMk/>
          <pc:sldMk cId="4145993382" sldId="274"/>
        </pc:sldMkLst>
      </pc:sldChg>
      <pc:sldChg chg="del">
        <pc:chgData name="William Estes" userId="a88fcdbc31b6f594" providerId="Windows Live" clId="Web-{78743B36-A8F2-45C2-8DC9-18B093944C90}" dt="2020-08-23T23:02:09.841" v="4144"/>
        <pc:sldMkLst>
          <pc:docMk/>
          <pc:sldMk cId="791420355" sldId="275"/>
        </pc:sldMkLst>
      </pc:sldChg>
      <pc:sldChg chg="addSp modSp">
        <pc:chgData name="William Estes" userId="a88fcdbc31b6f594" providerId="Windows Live" clId="Web-{78743B36-A8F2-45C2-8DC9-18B093944C90}" dt="2020-08-23T20:18:40.977" v="711" actId="20577"/>
        <pc:sldMkLst>
          <pc:docMk/>
          <pc:sldMk cId="3421889743" sldId="277"/>
        </pc:sldMkLst>
        <pc:spChg chg="mod">
          <ac:chgData name="William Estes" userId="a88fcdbc31b6f594" providerId="Windows Live" clId="Web-{78743B36-A8F2-45C2-8DC9-18B093944C90}" dt="2020-08-23T16:01:26.875" v="81" actId="1076"/>
          <ac:spMkLst>
            <pc:docMk/>
            <pc:sldMk cId="3421889743" sldId="277"/>
            <ac:spMk id="2" creationId="{BE79D0F1-31A8-934B-8486-B9D3C52E0A02}"/>
          </ac:spMkLst>
        </pc:spChg>
        <pc:spChg chg="add mod">
          <ac:chgData name="William Estes" userId="a88fcdbc31b6f594" providerId="Windows Live" clId="Web-{78743B36-A8F2-45C2-8DC9-18B093944C90}" dt="2020-08-23T20:18:40.977" v="711" actId="20577"/>
          <ac:spMkLst>
            <pc:docMk/>
            <pc:sldMk cId="3421889743" sldId="277"/>
            <ac:spMk id="4" creationId="{5C0E649D-E3FD-41FB-BA87-37C62725C740}"/>
          </ac:spMkLst>
        </pc:spChg>
      </pc:sldChg>
      <pc:sldChg chg="del">
        <pc:chgData name="William Estes" userId="a88fcdbc31b6f594" providerId="Windows Live" clId="Web-{78743B36-A8F2-45C2-8DC9-18B093944C90}" dt="2020-08-23T23:02:09.856" v="4149"/>
        <pc:sldMkLst>
          <pc:docMk/>
          <pc:sldMk cId="2649295826" sldId="278"/>
        </pc:sldMkLst>
      </pc:sldChg>
      <pc:sldChg chg="del">
        <pc:chgData name="William Estes" userId="a88fcdbc31b6f594" providerId="Windows Live" clId="Web-{78743B36-A8F2-45C2-8DC9-18B093944C90}" dt="2020-08-23T23:02:09.856" v="4146"/>
        <pc:sldMkLst>
          <pc:docMk/>
          <pc:sldMk cId="668866661" sldId="279"/>
        </pc:sldMkLst>
      </pc:sldChg>
      <pc:sldChg chg="modSp">
        <pc:chgData name="William Estes" userId="a88fcdbc31b6f594" providerId="Windows Live" clId="Web-{78743B36-A8F2-45C2-8DC9-18B093944C90}" dt="2020-08-23T23:02:18.388" v="4155" actId="20577"/>
        <pc:sldMkLst>
          <pc:docMk/>
          <pc:sldMk cId="496210837" sldId="280"/>
        </pc:sldMkLst>
        <pc:spChg chg="mod">
          <ac:chgData name="William Estes" userId="a88fcdbc31b6f594" providerId="Windows Live" clId="Web-{78743B36-A8F2-45C2-8DC9-18B093944C90}" dt="2020-08-23T23:02:18.388" v="4155" actId="20577"/>
          <ac:spMkLst>
            <pc:docMk/>
            <pc:sldMk cId="496210837" sldId="280"/>
            <ac:spMk id="3" creationId="{3713A5A2-1019-0143-BC00-1B8B12D7C198}"/>
          </ac:spMkLst>
        </pc:spChg>
      </pc:sldChg>
      <pc:sldChg chg="addSp delSp modSp add replId">
        <pc:chgData name="William Estes" userId="a88fcdbc31b6f594" providerId="Windows Live" clId="Web-{78743B36-A8F2-45C2-8DC9-18B093944C90}" dt="2020-08-23T22:33:18.874" v="2807" actId="20577"/>
        <pc:sldMkLst>
          <pc:docMk/>
          <pc:sldMk cId="1784549319" sldId="281"/>
        </pc:sldMkLst>
        <pc:spChg chg="mod">
          <ac:chgData name="William Estes" userId="a88fcdbc31b6f594" providerId="Windows Live" clId="Web-{78743B36-A8F2-45C2-8DC9-18B093944C90}" dt="2020-08-23T22:33:18.874" v="2807" actId="20577"/>
          <ac:spMkLst>
            <pc:docMk/>
            <pc:sldMk cId="1784549319" sldId="281"/>
            <ac:spMk id="6" creationId="{FDB60DBF-F433-4057-85ED-960E10BB18C1}"/>
          </ac:spMkLst>
        </pc:spChg>
        <pc:picChg chg="add del mod">
          <ac:chgData name="William Estes" userId="a88fcdbc31b6f594" providerId="Windows Live" clId="Web-{78743B36-A8F2-45C2-8DC9-18B093944C90}" dt="2020-08-23T22:32:44.749" v="2793"/>
          <ac:picMkLst>
            <pc:docMk/>
            <pc:sldMk cId="1784549319" sldId="281"/>
            <ac:picMk id="3" creationId="{D824C13C-2B1C-478A-88BA-27D10977A926}"/>
          </ac:picMkLst>
        </pc:picChg>
        <pc:picChg chg="add mod">
          <ac:chgData name="William Estes" userId="a88fcdbc31b6f594" providerId="Windows Live" clId="Web-{78743B36-A8F2-45C2-8DC9-18B093944C90}" dt="2020-08-23T22:32:53.062" v="2797" actId="1076"/>
          <ac:picMkLst>
            <pc:docMk/>
            <pc:sldMk cId="1784549319" sldId="281"/>
            <ac:picMk id="4" creationId="{6E648EE6-D4BA-4C03-9199-CD5E82CDC43C}"/>
          </ac:picMkLst>
        </pc:picChg>
      </pc:sldChg>
      <pc:sldChg chg="add del replId">
        <pc:chgData name="William Estes" userId="a88fcdbc31b6f594" providerId="Windows Live" clId="Web-{78743B36-A8F2-45C2-8DC9-18B093944C90}" dt="2020-08-23T16:01:02.109" v="79"/>
        <pc:sldMkLst>
          <pc:docMk/>
          <pc:sldMk cId="3593602839" sldId="281"/>
        </pc:sldMkLst>
      </pc:sldChg>
      <pc:sldChg chg="modSp add ord replId">
        <pc:chgData name="William Estes" userId="a88fcdbc31b6f594" providerId="Windows Live" clId="Web-{78743B36-A8F2-45C2-8DC9-18B093944C90}" dt="2020-08-23T22:46:26.257" v="3550" actId="20577"/>
        <pc:sldMkLst>
          <pc:docMk/>
          <pc:sldMk cId="2362235639" sldId="282"/>
        </pc:sldMkLst>
        <pc:spChg chg="mod">
          <ac:chgData name="William Estes" userId="a88fcdbc31b6f594" providerId="Windows Live" clId="Web-{78743B36-A8F2-45C2-8DC9-18B093944C90}" dt="2020-08-23T22:46:26.257" v="3550" actId="20577"/>
          <ac:spMkLst>
            <pc:docMk/>
            <pc:sldMk cId="2362235639" sldId="282"/>
            <ac:spMk id="4" creationId="{5C0E649D-E3FD-41FB-BA87-37C62725C740}"/>
          </ac:spMkLst>
        </pc:spChg>
      </pc:sldChg>
      <pc:sldChg chg="delSp modSp add replId">
        <pc:chgData name="William Estes" userId="a88fcdbc31b6f594" providerId="Windows Live" clId="Web-{78743B36-A8F2-45C2-8DC9-18B093944C90}" dt="2020-08-23T23:00:16.337" v="4138" actId="20577"/>
        <pc:sldMkLst>
          <pc:docMk/>
          <pc:sldMk cId="3068982192" sldId="283"/>
        </pc:sldMkLst>
        <pc:spChg chg="mod">
          <ac:chgData name="William Estes" userId="a88fcdbc31b6f594" providerId="Windows Live" clId="Web-{78743B36-A8F2-45C2-8DC9-18B093944C90}" dt="2020-08-23T23:00:16.337" v="4138" actId="20577"/>
          <ac:spMkLst>
            <pc:docMk/>
            <pc:sldMk cId="3068982192" sldId="283"/>
            <ac:spMk id="3" creationId="{3713A5A2-1019-0143-BC00-1B8B12D7C198}"/>
          </ac:spMkLst>
        </pc:spChg>
        <pc:picChg chg="del">
          <ac:chgData name="William Estes" userId="a88fcdbc31b6f594" providerId="Windows Live" clId="Web-{78743B36-A8F2-45C2-8DC9-18B093944C90}" dt="2020-08-23T22:56:49.809" v="3774"/>
          <ac:picMkLst>
            <pc:docMk/>
            <pc:sldMk cId="3068982192" sldId="283"/>
            <ac:picMk id="4" creationId="{AC9A6746-5AD2-4677-98D0-BEC258B8AE22}"/>
          </ac:picMkLst>
        </pc:picChg>
        <pc:picChg chg="del">
          <ac:chgData name="William Estes" userId="a88fcdbc31b6f594" providerId="Windows Live" clId="Web-{78743B36-A8F2-45C2-8DC9-18B093944C90}" dt="2020-08-23T22:56:48.387" v="3773"/>
          <ac:picMkLst>
            <pc:docMk/>
            <pc:sldMk cId="3068982192" sldId="283"/>
            <ac:picMk id="5" creationId="{C4BD236A-ACF3-4D6E-B512-AAFF393A184A}"/>
          </ac:picMkLst>
        </pc:picChg>
      </pc:sldChg>
    </pc:docChg>
  </pc:docChgLst>
  <pc:docChgLst>
    <pc:chgData name="William Estes" userId="a88fcdbc31b6f594" providerId="LiveId" clId="{EA8B5388-DCDC-4189-896D-E99D3FFA17A8}"/>
    <pc:docChg chg="modSld">
      <pc:chgData name="William Estes" userId="a88fcdbc31b6f594" providerId="LiveId" clId="{EA8B5388-DCDC-4189-896D-E99D3FFA17A8}" dt="2021-05-19T03:41:43.962" v="1" actId="20577"/>
      <pc:docMkLst>
        <pc:docMk/>
      </pc:docMkLst>
      <pc:sldChg chg="modSp mod">
        <pc:chgData name="William Estes" userId="a88fcdbc31b6f594" providerId="LiveId" clId="{EA8B5388-DCDC-4189-896D-E99D3FFA17A8}" dt="2021-05-19T03:41:43.962" v="1" actId="20577"/>
        <pc:sldMkLst>
          <pc:docMk/>
          <pc:sldMk cId="496210837" sldId="280"/>
        </pc:sldMkLst>
        <pc:spChg chg="mod">
          <ac:chgData name="William Estes" userId="a88fcdbc31b6f594" providerId="LiveId" clId="{EA8B5388-DCDC-4189-896D-E99D3FFA17A8}" dt="2021-05-19T03:41:43.962" v="1" actId="20577"/>
          <ac:spMkLst>
            <pc:docMk/>
            <pc:sldMk cId="496210837" sldId="280"/>
            <ac:spMk id="3" creationId="{3713A5A2-1019-0143-BC00-1B8B12D7C198}"/>
          </ac:spMkLst>
        </pc:spChg>
      </pc:sldChg>
    </pc:docChg>
  </pc:docChgLst>
  <pc:docChgLst>
    <pc:chgData name="William Estes" userId="a88fcdbc31b6f594" providerId="Windows Live" clId="Web-{031C1E02-F537-4B69-F31C-E9378A6E06AC}"/>
    <pc:docChg chg="addSld delSld modSld sldOrd">
      <pc:chgData name="William Estes" userId="a88fcdbc31b6f594" providerId="Windows Live" clId="Web-{031C1E02-F537-4B69-F31C-E9378A6E06AC}" dt="2020-09-07T22:31:27.349" v="1780" actId="20577"/>
      <pc:docMkLst>
        <pc:docMk/>
      </pc:docMkLst>
      <pc:sldChg chg="del">
        <pc:chgData name="William Estes" userId="a88fcdbc31b6f594" providerId="Windows Live" clId="Web-{031C1E02-F537-4B69-F31C-E9378A6E06AC}" dt="2020-09-07T21:37:53.086" v="1371"/>
        <pc:sldMkLst>
          <pc:docMk/>
          <pc:sldMk cId="1056604679" sldId="260"/>
        </pc:sldMkLst>
      </pc:sldChg>
      <pc:sldChg chg="del">
        <pc:chgData name="William Estes" userId="a88fcdbc31b6f594" providerId="Windows Live" clId="Web-{031C1E02-F537-4B69-F31C-E9378A6E06AC}" dt="2020-09-07T21:36:26.618" v="1355"/>
        <pc:sldMkLst>
          <pc:docMk/>
          <pc:sldMk cId="3421889743" sldId="277"/>
        </pc:sldMkLst>
      </pc:sldChg>
      <pc:sldChg chg="modSp">
        <pc:chgData name="William Estes" userId="a88fcdbc31b6f594" providerId="Windows Live" clId="Web-{031C1E02-F537-4B69-F31C-E9378A6E06AC}" dt="2020-09-07T22:31:27.349" v="1779" actId="20577"/>
        <pc:sldMkLst>
          <pc:docMk/>
          <pc:sldMk cId="496210837" sldId="280"/>
        </pc:sldMkLst>
        <pc:spChg chg="mod">
          <ac:chgData name="William Estes" userId="a88fcdbc31b6f594" providerId="Windows Live" clId="Web-{031C1E02-F537-4B69-F31C-E9378A6E06AC}" dt="2020-09-07T22:31:27.349" v="1779" actId="20577"/>
          <ac:spMkLst>
            <pc:docMk/>
            <pc:sldMk cId="496210837" sldId="280"/>
            <ac:spMk id="3" creationId="{3713A5A2-1019-0143-BC00-1B8B12D7C198}"/>
          </ac:spMkLst>
        </pc:spChg>
      </pc:sldChg>
      <pc:sldChg chg="del">
        <pc:chgData name="William Estes" userId="a88fcdbc31b6f594" providerId="Windows Live" clId="Web-{031C1E02-F537-4B69-F31C-E9378A6E06AC}" dt="2020-09-07T21:37:31.508" v="1369"/>
        <pc:sldMkLst>
          <pc:docMk/>
          <pc:sldMk cId="1361839843" sldId="293"/>
        </pc:sldMkLst>
      </pc:sldChg>
      <pc:sldChg chg="del">
        <pc:chgData name="William Estes" userId="a88fcdbc31b6f594" providerId="Windows Live" clId="Web-{031C1E02-F537-4B69-F31C-E9378A6E06AC}" dt="2020-09-07T21:37:32.883" v="1370"/>
        <pc:sldMkLst>
          <pc:docMk/>
          <pc:sldMk cId="18420826" sldId="294"/>
        </pc:sldMkLst>
      </pc:sldChg>
      <pc:sldChg chg="delSp">
        <pc:chgData name="William Estes" userId="a88fcdbc31b6f594" providerId="Windows Live" clId="Web-{031C1E02-F537-4B69-F31C-E9378A6E06AC}" dt="2020-09-07T21:36:55.883" v="1359"/>
        <pc:sldMkLst>
          <pc:docMk/>
          <pc:sldMk cId="2184220433" sldId="295"/>
        </pc:sldMkLst>
        <pc:picChg chg="del">
          <ac:chgData name="William Estes" userId="a88fcdbc31b6f594" providerId="Windows Live" clId="Web-{031C1E02-F537-4B69-F31C-E9378A6E06AC}" dt="2020-09-07T21:36:55.883" v="1359"/>
          <ac:picMkLst>
            <pc:docMk/>
            <pc:sldMk cId="2184220433" sldId="295"/>
            <ac:picMk id="4" creationId="{04D5CF95-8307-4AE3-987D-18DF7B0726A2}"/>
          </ac:picMkLst>
        </pc:picChg>
      </pc:sldChg>
      <pc:sldChg chg="delSp modSp">
        <pc:chgData name="William Estes" userId="a88fcdbc31b6f594" providerId="Windows Live" clId="Web-{031C1E02-F537-4B69-F31C-E9378A6E06AC}" dt="2020-09-07T21:37:13.149" v="1368" actId="1076"/>
        <pc:sldMkLst>
          <pc:docMk/>
          <pc:sldMk cId="1522982694" sldId="296"/>
        </pc:sldMkLst>
        <pc:spChg chg="mod">
          <ac:chgData name="William Estes" userId="a88fcdbc31b6f594" providerId="Windows Live" clId="Web-{031C1E02-F537-4B69-F31C-E9378A6E06AC}" dt="2020-09-07T21:37:08.320" v="1365" actId="20577"/>
          <ac:spMkLst>
            <pc:docMk/>
            <pc:sldMk cId="1522982694" sldId="296"/>
            <ac:spMk id="3" creationId="{1095E837-F77E-AE4D-944C-919B5D780AAA}"/>
          </ac:spMkLst>
        </pc:spChg>
        <pc:spChg chg="mod">
          <ac:chgData name="William Estes" userId="a88fcdbc31b6f594" providerId="Windows Live" clId="Web-{031C1E02-F537-4B69-F31C-E9378A6E06AC}" dt="2020-09-07T21:37:13.149" v="1368" actId="1076"/>
          <ac:spMkLst>
            <pc:docMk/>
            <pc:sldMk cId="1522982694" sldId="296"/>
            <ac:spMk id="7" creationId="{F5D9FE73-3240-4541-BA18-9018D3F5BAA8}"/>
          </ac:spMkLst>
        </pc:spChg>
        <pc:picChg chg="del">
          <ac:chgData name="William Estes" userId="a88fcdbc31b6f594" providerId="Windows Live" clId="Web-{031C1E02-F537-4B69-F31C-E9378A6E06AC}" dt="2020-09-07T21:36:58.384" v="1360"/>
          <ac:picMkLst>
            <pc:docMk/>
            <pc:sldMk cId="1522982694" sldId="296"/>
            <ac:picMk id="8" creationId="{0B629BCE-AF24-4351-ADB1-FA7CD0617AB7}"/>
          </ac:picMkLst>
        </pc:picChg>
      </pc:sldChg>
      <pc:sldChg chg="del">
        <pc:chgData name="William Estes" userId="a88fcdbc31b6f594" providerId="Windows Live" clId="Web-{031C1E02-F537-4B69-F31C-E9378A6E06AC}" dt="2020-09-07T21:36:36.149" v="1358"/>
        <pc:sldMkLst>
          <pc:docMk/>
          <pc:sldMk cId="3207294362" sldId="297"/>
        </pc:sldMkLst>
      </pc:sldChg>
      <pc:sldChg chg="del">
        <pc:chgData name="William Estes" userId="a88fcdbc31b6f594" providerId="Windows Live" clId="Web-{031C1E02-F537-4B69-F31C-E9378A6E06AC}" dt="2020-09-07T21:36:33.711" v="1357"/>
        <pc:sldMkLst>
          <pc:docMk/>
          <pc:sldMk cId="827534898" sldId="298"/>
        </pc:sldMkLst>
      </pc:sldChg>
      <pc:sldChg chg="del">
        <pc:chgData name="William Estes" userId="a88fcdbc31b6f594" providerId="Windows Live" clId="Web-{031C1E02-F537-4B69-F31C-E9378A6E06AC}" dt="2020-09-07T21:36:30.243" v="1356"/>
        <pc:sldMkLst>
          <pc:docMk/>
          <pc:sldMk cId="4080448644" sldId="299"/>
        </pc:sldMkLst>
      </pc:sldChg>
      <pc:sldChg chg="del">
        <pc:chgData name="William Estes" userId="a88fcdbc31b6f594" providerId="Windows Live" clId="Web-{031C1E02-F537-4B69-F31C-E9378A6E06AC}" dt="2020-09-07T21:36:21.508" v="1352"/>
        <pc:sldMkLst>
          <pc:docMk/>
          <pc:sldMk cId="4113558887" sldId="300"/>
        </pc:sldMkLst>
      </pc:sldChg>
      <pc:sldChg chg="del">
        <pc:chgData name="William Estes" userId="a88fcdbc31b6f594" providerId="Windows Live" clId="Web-{031C1E02-F537-4B69-F31C-E9378A6E06AC}" dt="2020-09-07T21:36:22.852" v="1353"/>
        <pc:sldMkLst>
          <pc:docMk/>
          <pc:sldMk cId="871545074" sldId="302"/>
        </pc:sldMkLst>
      </pc:sldChg>
      <pc:sldChg chg="del">
        <pc:chgData name="William Estes" userId="a88fcdbc31b6f594" providerId="Windows Live" clId="Web-{031C1E02-F537-4B69-F31C-E9378A6E06AC}" dt="2020-09-07T21:36:23.977" v="1354"/>
        <pc:sldMkLst>
          <pc:docMk/>
          <pc:sldMk cId="284483567" sldId="303"/>
        </pc:sldMkLst>
      </pc:sldChg>
      <pc:sldChg chg="addSp delSp modSp">
        <pc:chgData name="William Estes" userId="a88fcdbc31b6f594" providerId="Windows Live" clId="Web-{031C1E02-F537-4B69-F31C-E9378A6E06AC}" dt="2020-09-07T21:23:14.007" v="781" actId="20577"/>
        <pc:sldMkLst>
          <pc:docMk/>
          <pc:sldMk cId="2117440973" sldId="309"/>
        </pc:sldMkLst>
        <pc:spChg chg="mod">
          <ac:chgData name="William Estes" userId="a88fcdbc31b6f594" providerId="Windows Live" clId="Web-{031C1E02-F537-4B69-F31C-E9378A6E06AC}" dt="2020-09-07T21:23:14.007" v="781" actId="20577"/>
          <ac:spMkLst>
            <pc:docMk/>
            <pc:sldMk cId="2117440973" sldId="309"/>
            <ac:spMk id="3" creationId="{3713A5A2-1019-0143-BC00-1B8B12D7C198}"/>
          </ac:spMkLst>
        </pc:spChg>
        <pc:picChg chg="add del mod">
          <ac:chgData name="William Estes" userId="a88fcdbc31b6f594" providerId="Windows Live" clId="Web-{031C1E02-F537-4B69-F31C-E9378A6E06AC}" dt="2020-09-07T21:20:00.164" v="765"/>
          <ac:picMkLst>
            <pc:docMk/>
            <pc:sldMk cId="2117440973" sldId="309"/>
            <ac:picMk id="4" creationId="{4EE4A1E1-9F40-40B9-BE46-A40DEE1C7756}"/>
          </ac:picMkLst>
        </pc:picChg>
        <pc:picChg chg="add del mod">
          <ac:chgData name="William Estes" userId="a88fcdbc31b6f594" providerId="Windows Live" clId="Web-{031C1E02-F537-4B69-F31C-E9378A6E06AC}" dt="2020-09-07T21:20:01.289" v="766"/>
          <ac:picMkLst>
            <pc:docMk/>
            <pc:sldMk cId="2117440973" sldId="309"/>
            <ac:picMk id="5" creationId="{CC33AD93-8584-4C73-ACD1-137E417FEDC1}"/>
          </ac:picMkLst>
        </pc:picChg>
      </pc:sldChg>
      <pc:sldChg chg="new del">
        <pc:chgData name="William Estes" userId="a88fcdbc31b6f594" providerId="Windows Live" clId="Web-{031C1E02-F537-4B69-F31C-E9378A6E06AC}" dt="2020-09-07T20:22:59.328" v="51"/>
        <pc:sldMkLst>
          <pc:docMk/>
          <pc:sldMk cId="3081972389" sldId="310"/>
        </pc:sldMkLst>
      </pc:sldChg>
      <pc:sldChg chg="addSp delSp modSp add replId">
        <pc:chgData name="William Estes" userId="a88fcdbc31b6f594" providerId="Windows Live" clId="Web-{031C1E02-F537-4B69-F31C-E9378A6E06AC}" dt="2020-09-07T20:54:26.215" v="684" actId="1076"/>
        <pc:sldMkLst>
          <pc:docMk/>
          <pc:sldMk cId="3606642476" sldId="310"/>
        </pc:sldMkLst>
        <pc:spChg chg="mod">
          <ac:chgData name="William Estes" userId="a88fcdbc31b6f594" providerId="Windows Live" clId="Web-{031C1E02-F537-4B69-F31C-E9378A6E06AC}" dt="2020-09-07T20:54:14.153" v="677" actId="20577"/>
          <ac:spMkLst>
            <pc:docMk/>
            <pc:sldMk cId="3606642476" sldId="310"/>
            <ac:spMk id="3" creationId="{3713A5A2-1019-0143-BC00-1B8B12D7C198}"/>
          </ac:spMkLst>
        </pc:spChg>
        <pc:picChg chg="add del mod">
          <ac:chgData name="William Estes" userId="a88fcdbc31b6f594" providerId="Windows Live" clId="Web-{031C1E02-F537-4B69-F31C-E9378A6E06AC}" dt="2020-09-07T20:31:21.173" v="243"/>
          <ac:picMkLst>
            <pc:docMk/>
            <pc:sldMk cId="3606642476" sldId="310"/>
            <ac:picMk id="4" creationId="{C2A73B43-63A2-4348-8210-E243D932F19A}"/>
          </ac:picMkLst>
        </pc:picChg>
        <pc:picChg chg="add del mod">
          <ac:chgData name="William Estes" userId="a88fcdbc31b6f594" providerId="Windows Live" clId="Web-{031C1E02-F537-4B69-F31C-E9378A6E06AC}" dt="2020-09-07T20:31:22.188" v="244"/>
          <ac:picMkLst>
            <pc:docMk/>
            <pc:sldMk cId="3606642476" sldId="310"/>
            <ac:picMk id="5" creationId="{98C6B8A0-0890-43EE-AFC9-F0CA42B6C48F}"/>
          </ac:picMkLst>
        </pc:picChg>
        <pc:picChg chg="add mod">
          <ac:chgData name="William Estes" userId="a88fcdbc31b6f594" providerId="Windows Live" clId="Web-{031C1E02-F537-4B69-F31C-E9378A6E06AC}" dt="2020-09-07T20:54:26.215" v="684" actId="1076"/>
          <ac:picMkLst>
            <pc:docMk/>
            <pc:sldMk cId="3606642476" sldId="310"/>
            <ac:picMk id="6" creationId="{2EE93A3D-157E-4114-9622-C81895DD233E}"/>
          </ac:picMkLst>
        </pc:picChg>
      </pc:sldChg>
      <pc:sldChg chg="addSp modSp add ord replId">
        <pc:chgData name="William Estes" userId="a88fcdbc31b6f594" providerId="Windows Live" clId="Web-{031C1E02-F537-4B69-F31C-E9378A6E06AC}" dt="2020-09-07T21:15:42.352" v="749" actId="14100"/>
        <pc:sldMkLst>
          <pc:docMk/>
          <pc:sldMk cId="1624642261" sldId="311"/>
        </pc:sldMkLst>
        <pc:spChg chg="mod">
          <ac:chgData name="William Estes" userId="a88fcdbc31b6f594" providerId="Windows Live" clId="Web-{031C1E02-F537-4B69-F31C-E9378A6E06AC}" dt="2020-09-07T21:14:12.071" v="742" actId="20577"/>
          <ac:spMkLst>
            <pc:docMk/>
            <pc:sldMk cId="1624642261" sldId="311"/>
            <ac:spMk id="3" creationId="{3713A5A2-1019-0143-BC00-1B8B12D7C198}"/>
          </ac:spMkLst>
        </pc:spChg>
        <pc:picChg chg="mod">
          <ac:chgData name="William Estes" userId="a88fcdbc31b6f594" providerId="Windows Live" clId="Web-{031C1E02-F537-4B69-F31C-E9378A6E06AC}" dt="2020-09-07T21:14:16.227" v="745" actId="1076"/>
          <ac:picMkLst>
            <pc:docMk/>
            <pc:sldMk cId="1624642261" sldId="311"/>
            <ac:picMk id="4" creationId="{C2A73B43-63A2-4348-8210-E243D932F19A}"/>
          </ac:picMkLst>
        </pc:picChg>
        <pc:picChg chg="mod">
          <ac:chgData name="William Estes" userId="a88fcdbc31b6f594" providerId="Windows Live" clId="Web-{031C1E02-F537-4B69-F31C-E9378A6E06AC}" dt="2020-09-07T21:14:18.399" v="746" actId="1076"/>
          <ac:picMkLst>
            <pc:docMk/>
            <pc:sldMk cId="1624642261" sldId="311"/>
            <ac:picMk id="5" creationId="{98C6B8A0-0890-43EE-AFC9-F0CA42B6C48F}"/>
          </ac:picMkLst>
        </pc:picChg>
        <pc:picChg chg="add mod">
          <ac:chgData name="William Estes" userId="a88fcdbc31b6f594" providerId="Windows Live" clId="Web-{031C1E02-F537-4B69-F31C-E9378A6E06AC}" dt="2020-09-07T21:15:42.352" v="749" actId="14100"/>
          <ac:picMkLst>
            <pc:docMk/>
            <pc:sldMk cId="1624642261" sldId="311"/>
            <ac:picMk id="6" creationId="{4F0D4502-44B3-44A8-AED0-897726E24FA0}"/>
          </ac:picMkLst>
        </pc:picChg>
      </pc:sldChg>
      <pc:sldChg chg="addSp delSp modSp add ord replId">
        <pc:chgData name="William Estes" userId="a88fcdbc31b6f594" providerId="Windows Live" clId="Web-{031C1E02-F537-4B69-F31C-E9378A6E06AC}" dt="2020-09-07T21:03:13.917" v="697"/>
        <pc:sldMkLst>
          <pc:docMk/>
          <pc:sldMk cId="2603811181" sldId="312"/>
        </pc:sldMkLst>
        <pc:spChg chg="mod">
          <ac:chgData name="William Estes" userId="a88fcdbc31b6f594" providerId="Windows Live" clId="Web-{031C1E02-F537-4B69-F31C-E9378A6E06AC}" dt="2020-09-07T21:00:49.558" v="691" actId="20577"/>
          <ac:spMkLst>
            <pc:docMk/>
            <pc:sldMk cId="2603811181" sldId="312"/>
            <ac:spMk id="3" creationId="{3713A5A2-1019-0143-BC00-1B8B12D7C198}"/>
          </ac:spMkLst>
        </pc:spChg>
        <pc:picChg chg="add mod">
          <ac:chgData name="William Estes" userId="a88fcdbc31b6f594" providerId="Windows Live" clId="Web-{031C1E02-F537-4B69-F31C-E9378A6E06AC}" dt="2020-09-07T21:02:56.792" v="696" actId="14100"/>
          <ac:picMkLst>
            <pc:docMk/>
            <pc:sldMk cId="2603811181" sldId="312"/>
            <ac:picMk id="4" creationId="{C51B3A44-51BC-4E57-B893-22C0D87B7F4F}"/>
          </ac:picMkLst>
        </pc:picChg>
        <pc:picChg chg="del">
          <ac:chgData name="William Estes" userId="a88fcdbc31b6f594" providerId="Windows Live" clId="Web-{031C1E02-F537-4B69-F31C-E9378A6E06AC}" dt="2020-09-07T21:00:41.386" v="688"/>
          <ac:picMkLst>
            <pc:docMk/>
            <pc:sldMk cId="2603811181" sldId="312"/>
            <ac:picMk id="6" creationId="{2EE93A3D-157E-4114-9622-C81895DD233E}"/>
          </ac:picMkLst>
        </pc:picChg>
      </pc:sldChg>
      <pc:sldChg chg="delSp modSp add replId">
        <pc:chgData name="William Estes" userId="a88fcdbc31b6f594" providerId="Windows Live" clId="Web-{031C1E02-F537-4B69-F31C-E9378A6E06AC}" dt="2020-09-07T21:20:45.507" v="780" actId="1076"/>
        <pc:sldMkLst>
          <pc:docMk/>
          <pc:sldMk cId="2451915283" sldId="313"/>
        </pc:sldMkLst>
        <pc:spChg chg="del mod">
          <ac:chgData name="William Estes" userId="a88fcdbc31b6f594" providerId="Windows Live" clId="Web-{031C1E02-F537-4B69-F31C-E9378A6E06AC}" dt="2020-09-07T21:20:42.757" v="779"/>
          <ac:spMkLst>
            <pc:docMk/>
            <pc:sldMk cId="2451915283" sldId="313"/>
            <ac:spMk id="3" creationId="{3713A5A2-1019-0143-BC00-1B8B12D7C198}"/>
          </ac:spMkLst>
        </pc:spChg>
        <pc:picChg chg="mod">
          <ac:chgData name="William Estes" userId="a88fcdbc31b6f594" providerId="Windows Live" clId="Web-{031C1E02-F537-4B69-F31C-E9378A6E06AC}" dt="2020-09-07T21:20:45.507" v="780" actId="1076"/>
          <ac:picMkLst>
            <pc:docMk/>
            <pc:sldMk cId="2451915283" sldId="313"/>
            <ac:picMk id="4" creationId="{4EE4A1E1-9F40-40B9-BE46-A40DEE1C7756}"/>
          </ac:picMkLst>
        </pc:picChg>
        <pc:picChg chg="mod">
          <ac:chgData name="William Estes" userId="a88fcdbc31b6f594" providerId="Windows Live" clId="Web-{031C1E02-F537-4B69-F31C-E9378A6E06AC}" dt="2020-09-07T21:20:38.679" v="778" actId="1076"/>
          <ac:picMkLst>
            <pc:docMk/>
            <pc:sldMk cId="2451915283" sldId="313"/>
            <ac:picMk id="5" creationId="{CC33AD93-8584-4C73-ACD1-137E417FEDC1}"/>
          </ac:picMkLst>
        </pc:picChg>
      </pc:sldChg>
      <pc:sldChg chg="delSp modSp add del replId">
        <pc:chgData name="William Estes" userId="a88fcdbc31b6f594" providerId="Windows Live" clId="Web-{031C1E02-F537-4B69-F31C-E9378A6E06AC}" dt="2020-09-07T21:26:50.896" v="845"/>
        <pc:sldMkLst>
          <pc:docMk/>
          <pc:sldMk cId="1190448600" sldId="314"/>
        </pc:sldMkLst>
        <pc:spChg chg="mod">
          <ac:chgData name="William Estes" userId="a88fcdbc31b6f594" providerId="Windows Live" clId="Web-{031C1E02-F537-4B69-F31C-E9378A6E06AC}" dt="2020-09-07T21:24:54.459" v="842" actId="20577"/>
          <ac:spMkLst>
            <pc:docMk/>
            <pc:sldMk cId="1190448600" sldId="314"/>
            <ac:spMk id="3" creationId="{3713A5A2-1019-0143-BC00-1B8B12D7C198}"/>
          </ac:spMkLst>
        </pc:spChg>
        <pc:picChg chg="del">
          <ac:chgData name="William Estes" userId="a88fcdbc31b6f594" providerId="Windows Live" clId="Web-{031C1E02-F537-4B69-F31C-E9378A6E06AC}" dt="2020-09-07T21:24:38.100" v="823"/>
          <ac:picMkLst>
            <pc:docMk/>
            <pc:sldMk cId="1190448600" sldId="314"/>
            <ac:picMk id="4" creationId="{C2A73B43-63A2-4348-8210-E243D932F19A}"/>
          </ac:picMkLst>
        </pc:picChg>
        <pc:picChg chg="del">
          <ac:chgData name="William Estes" userId="a88fcdbc31b6f594" providerId="Windows Live" clId="Web-{031C1E02-F537-4B69-F31C-E9378A6E06AC}" dt="2020-09-07T21:24:39.147" v="824"/>
          <ac:picMkLst>
            <pc:docMk/>
            <pc:sldMk cId="1190448600" sldId="314"/>
            <ac:picMk id="5" creationId="{98C6B8A0-0890-43EE-AFC9-F0CA42B6C48F}"/>
          </ac:picMkLst>
        </pc:picChg>
        <pc:picChg chg="del">
          <ac:chgData name="William Estes" userId="a88fcdbc31b6f594" providerId="Windows Live" clId="Web-{031C1E02-F537-4B69-F31C-E9378A6E06AC}" dt="2020-09-07T21:24:40.194" v="825"/>
          <ac:picMkLst>
            <pc:docMk/>
            <pc:sldMk cId="1190448600" sldId="314"/>
            <ac:picMk id="6" creationId="{4F0D4502-44B3-44A8-AED0-897726E24FA0}"/>
          </ac:picMkLst>
        </pc:picChg>
      </pc:sldChg>
      <pc:sldChg chg="modSp add ord replId">
        <pc:chgData name="William Estes" userId="a88fcdbc31b6f594" providerId="Windows Live" clId="Web-{031C1E02-F537-4B69-F31C-E9378A6E06AC}" dt="2020-09-07T21:30:13.053" v="1348" actId="20577"/>
        <pc:sldMkLst>
          <pc:docMk/>
          <pc:sldMk cId="4059676631" sldId="314"/>
        </pc:sldMkLst>
        <pc:spChg chg="mod">
          <ac:chgData name="William Estes" userId="a88fcdbc31b6f594" providerId="Windows Live" clId="Web-{031C1E02-F537-4B69-F31C-E9378A6E06AC}" dt="2020-09-07T21:30:13.053" v="1348" actId="20577"/>
          <ac:spMkLst>
            <pc:docMk/>
            <pc:sldMk cId="4059676631" sldId="314"/>
            <ac:spMk id="4" creationId="{5C0E649D-E3FD-41FB-BA87-37C62725C740}"/>
          </ac:spMkLst>
        </pc:spChg>
      </pc:sldChg>
      <pc:sldChg chg="modSp add ord replId">
        <pc:chgData name="William Estes" userId="a88fcdbc31b6f594" providerId="Windows Live" clId="Web-{031C1E02-F537-4B69-F31C-E9378A6E06AC}" dt="2020-09-07T22:06:51.443" v="1624" actId="20577"/>
        <pc:sldMkLst>
          <pc:docMk/>
          <pc:sldMk cId="104406143" sldId="315"/>
        </pc:sldMkLst>
        <pc:spChg chg="mod">
          <ac:chgData name="William Estes" userId="a88fcdbc31b6f594" providerId="Windows Live" clId="Web-{031C1E02-F537-4B69-F31C-E9378A6E06AC}" dt="2020-09-07T22:06:51.443" v="1624" actId="20577"/>
          <ac:spMkLst>
            <pc:docMk/>
            <pc:sldMk cId="104406143" sldId="315"/>
            <ac:spMk id="4" creationId="{5C0E649D-E3FD-41FB-BA87-37C62725C740}"/>
          </ac:spMkLst>
        </pc:spChg>
      </pc:sldChg>
      <pc:sldChg chg="add del ord replId">
        <pc:chgData name="William Estes" userId="a88fcdbc31b6f594" providerId="Windows Live" clId="Web-{031C1E02-F537-4B69-F31C-E9378A6E06AC}" dt="2020-09-07T22:05:04.131" v="1374"/>
        <pc:sldMkLst>
          <pc:docMk/>
          <pc:sldMk cId="2401950242" sldId="315"/>
        </pc:sldMkLst>
      </pc:sldChg>
      <pc:sldChg chg="addSp delSp modSp add ord replId">
        <pc:chgData name="William Estes" userId="a88fcdbc31b6f594" providerId="Windows Live" clId="Web-{031C1E02-F537-4B69-F31C-E9378A6E06AC}" dt="2020-09-07T22:21:05.033" v="1726" actId="14100"/>
        <pc:sldMkLst>
          <pc:docMk/>
          <pc:sldMk cId="3755306264" sldId="316"/>
        </pc:sldMkLst>
        <pc:spChg chg="mod">
          <ac:chgData name="William Estes" userId="a88fcdbc31b6f594" providerId="Windows Live" clId="Web-{031C1E02-F537-4B69-F31C-E9378A6E06AC}" dt="2020-09-07T22:08:35.645" v="1716" actId="20577"/>
          <ac:spMkLst>
            <pc:docMk/>
            <pc:sldMk cId="3755306264" sldId="316"/>
            <ac:spMk id="3" creationId="{3713A5A2-1019-0143-BC00-1B8B12D7C198}"/>
          </ac:spMkLst>
        </pc:spChg>
        <pc:picChg chg="add mod">
          <ac:chgData name="William Estes" userId="a88fcdbc31b6f594" providerId="Windows Live" clId="Web-{031C1E02-F537-4B69-F31C-E9378A6E06AC}" dt="2020-09-07T22:21:05.033" v="1726" actId="14100"/>
          <ac:picMkLst>
            <pc:docMk/>
            <pc:sldMk cId="3755306264" sldId="316"/>
            <ac:picMk id="4" creationId="{30EC191B-3BF8-47B4-B45C-3DAF709CCFE0}"/>
          </ac:picMkLst>
        </pc:picChg>
        <pc:picChg chg="add mod">
          <ac:chgData name="William Estes" userId="a88fcdbc31b6f594" providerId="Windows Live" clId="Web-{031C1E02-F537-4B69-F31C-E9378A6E06AC}" dt="2020-09-07T22:21:00.205" v="1725" actId="14100"/>
          <ac:picMkLst>
            <pc:docMk/>
            <pc:sldMk cId="3755306264" sldId="316"/>
            <ac:picMk id="5" creationId="{C89257E1-8984-4C68-B49E-F7CADDFFDD4F}"/>
          </ac:picMkLst>
        </pc:picChg>
        <pc:picChg chg="del">
          <ac:chgData name="William Estes" userId="a88fcdbc31b6f594" providerId="Windows Live" clId="Web-{031C1E02-F537-4B69-F31C-E9378A6E06AC}" dt="2020-09-07T22:07:14.849" v="1636"/>
          <ac:picMkLst>
            <pc:docMk/>
            <pc:sldMk cId="3755306264" sldId="316"/>
            <ac:picMk id="6" creationId="{2EE93A3D-157E-4114-9622-C81895DD233E}"/>
          </ac:picMkLst>
        </pc:picChg>
      </pc:sldChg>
    </pc:docChg>
  </pc:docChgLst>
  <pc:docChgLst>
    <pc:chgData name="William Estes" userId="a88fcdbc31b6f594" providerId="Windows Live" clId="Web-{7787D62D-49AE-4D2D-B90A-2B4FEEB98020}"/>
    <pc:docChg chg="modSld">
      <pc:chgData name="William Estes" userId="a88fcdbc31b6f594" providerId="Windows Live" clId="Web-{7787D62D-49AE-4D2D-B90A-2B4FEEB98020}" dt="2020-09-02T20:47:25.883" v="45" actId="1076"/>
      <pc:docMkLst>
        <pc:docMk/>
      </pc:docMkLst>
      <pc:sldChg chg="modSp">
        <pc:chgData name="William Estes" userId="a88fcdbc31b6f594" providerId="Windows Live" clId="Web-{7787D62D-49AE-4D2D-B90A-2B4FEEB98020}" dt="2020-09-02T20:41:44.736" v="0" actId="1076"/>
        <pc:sldMkLst>
          <pc:docMk/>
          <pc:sldMk cId="3007801671" sldId="291"/>
        </pc:sldMkLst>
        <pc:spChg chg="mod">
          <ac:chgData name="William Estes" userId="a88fcdbc31b6f594" providerId="Windows Live" clId="Web-{7787D62D-49AE-4D2D-B90A-2B4FEEB98020}" dt="2020-09-02T20:41:44.736" v="0" actId="1076"/>
          <ac:spMkLst>
            <pc:docMk/>
            <pc:sldMk cId="3007801671" sldId="291"/>
            <ac:spMk id="12" creationId="{CF97C5AB-99C6-437C-B2DB-5A3F7C1729C7}"/>
          </ac:spMkLst>
        </pc:spChg>
      </pc:sldChg>
      <pc:sldChg chg="addSp delSp modSp">
        <pc:chgData name="William Estes" userId="a88fcdbc31b6f594" providerId="Windows Live" clId="Web-{7787D62D-49AE-4D2D-B90A-2B4FEEB98020}" dt="2020-09-02T20:47:25.883" v="45" actId="1076"/>
        <pc:sldMkLst>
          <pc:docMk/>
          <pc:sldMk cId="1031257587" sldId="292"/>
        </pc:sldMkLst>
        <pc:spChg chg="add del mod">
          <ac:chgData name="William Estes" userId="a88fcdbc31b6f594" providerId="Windows Live" clId="Web-{7787D62D-49AE-4D2D-B90A-2B4FEEB98020}" dt="2020-09-02T20:47:25.883" v="45" actId="1076"/>
          <ac:spMkLst>
            <pc:docMk/>
            <pc:sldMk cId="1031257587" sldId="292"/>
            <ac:spMk id="7" creationId="{81FEAAF1-55EF-429A-832F-657DD1B08A00}"/>
          </ac:spMkLst>
        </pc:spChg>
        <pc:spChg chg="add del mod">
          <ac:chgData name="William Estes" userId="a88fcdbc31b6f594" providerId="Windows Live" clId="Web-{7787D62D-49AE-4D2D-B90A-2B4FEEB98020}" dt="2020-09-02T20:47:23.540" v="44" actId="1076"/>
          <ac:spMkLst>
            <pc:docMk/>
            <pc:sldMk cId="1031257587" sldId="292"/>
            <ac:spMk id="10" creationId="{A6C69913-6E66-4EF9-912E-4787D37F112A}"/>
          </ac:spMkLst>
        </pc:spChg>
        <pc:spChg chg="add del mod">
          <ac:chgData name="William Estes" userId="a88fcdbc31b6f594" providerId="Windows Live" clId="Web-{7787D62D-49AE-4D2D-B90A-2B4FEEB98020}" dt="2020-09-02T20:47:22.883" v="43" actId="1076"/>
          <ac:spMkLst>
            <pc:docMk/>
            <pc:sldMk cId="1031257587" sldId="292"/>
            <ac:spMk id="13" creationId="{FA79162F-1F9C-4BB6-9C39-96C8B58E86C3}"/>
          </ac:spMkLst>
        </pc:spChg>
        <pc:spChg chg="add del mod">
          <ac:chgData name="William Estes" userId="a88fcdbc31b6f594" providerId="Windows Live" clId="Web-{7787D62D-49AE-4D2D-B90A-2B4FEEB98020}" dt="2020-09-02T20:47:22.211" v="42" actId="1076"/>
          <ac:spMkLst>
            <pc:docMk/>
            <pc:sldMk cId="1031257587" sldId="292"/>
            <ac:spMk id="14" creationId="{BC68A978-56D8-4B49-B046-44ACD0A585A4}"/>
          </ac:spMkLst>
        </pc:spChg>
        <pc:spChg chg="add del mod">
          <ac:chgData name="William Estes" userId="a88fcdbc31b6f594" providerId="Windows Live" clId="Web-{7787D62D-49AE-4D2D-B90A-2B4FEEB98020}" dt="2020-09-02T20:47:19.711" v="41" actId="1076"/>
          <ac:spMkLst>
            <pc:docMk/>
            <pc:sldMk cId="1031257587" sldId="292"/>
            <ac:spMk id="15" creationId="{7F19F82B-0D64-4D93-8D94-101BBFB46765}"/>
          </ac:spMkLst>
        </pc:spChg>
        <pc:spChg chg="add del mod">
          <ac:chgData name="William Estes" userId="a88fcdbc31b6f594" providerId="Windows Live" clId="Web-{7787D62D-49AE-4D2D-B90A-2B4FEEB98020}" dt="2020-09-02T20:47:18.664" v="40" actId="1076"/>
          <ac:spMkLst>
            <pc:docMk/>
            <pc:sldMk cId="1031257587" sldId="292"/>
            <ac:spMk id="16" creationId="{2CD967FC-6B82-4F09-938B-F9E74AB74DB5}"/>
          </ac:spMkLst>
        </pc:spChg>
      </pc:sldChg>
      <pc:sldChg chg="modSp">
        <pc:chgData name="William Estes" userId="a88fcdbc31b6f594" providerId="Windows Live" clId="Web-{7787D62D-49AE-4D2D-B90A-2B4FEEB98020}" dt="2020-09-02T20:43:32.696" v="31" actId="20577"/>
        <pc:sldMkLst>
          <pc:docMk/>
          <pc:sldMk cId="1361839843" sldId="293"/>
        </pc:sldMkLst>
        <pc:spChg chg="mod">
          <ac:chgData name="William Estes" userId="a88fcdbc31b6f594" providerId="Windows Live" clId="Web-{7787D62D-49AE-4D2D-B90A-2B4FEEB98020}" dt="2020-09-02T20:43:32.696" v="31" actId="20577"/>
          <ac:spMkLst>
            <pc:docMk/>
            <pc:sldMk cId="1361839843" sldId="293"/>
            <ac:spMk id="3" creationId="{1095E837-F77E-AE4D-944C-919B5D780AAA}"/>
          </ac:spMkLst>
        </pc:spChg>
      </pc:sldChg>
    </pc:docChg>
  </pc:docChgLst>
  <pc:docChgLst>
    <pc:chgData name="William Estes" userId="a88fcdbc31b6f594" providerId="Windows Live" clId="Web-{1468B90B-16D1-4C9C-8EE1-A35BA39A78D5}"/>
    <pc:docChg chg="modSld">
      <pc:chgData name="William Estes" userId="a88fcdbc31b6f594" providerId="Windows Live" clId="Web-{1468B90B-16D1-4C9C-8EE1-A35BA39A78D5}" dt="2020-09-08T15:10:14.255" v="326" actId="20577"/>
      <pc:docMkLst>
        <pc:docMk/>
      </pc:docMkLst>
      <pc:sldChg chg="modSp">
        <pc:chgData name="William Estes" userId="a88fcdbc31b6f594" providerId="Windows Live" clId="Web-{1468B90B-16D1-4C9C-8EE1-A35BA39A78D5}" dt="2020-09-08T15:10:14.255" v="325" actId="20577"/>
        <pc:sldMkLst>
          <pc:docMk/>
          <pc:sldMk cId="104406143" sldId="315"/>
        </pc:sldMkLst>
        <pc:spChg chg="mod">
          <ac:chgData name="William Estes" userId="a88fcdbc31b6f594" providerId="Windows Live" clId="Web-{1468B90B-16D1-4C9C-8EE1-A35BA39A78D5}" dt="2020-09-08T15:10:14.255" v="325" actId="20577"/>
          <ac:spMkLst>
            <pc:docMk/>
            <pc:sldMk cId="104406143" sldId="315"/>
            <ac:spMk id="4" creationId="{5C0E649D-E3FD-41FB-BA87-37C62725C740}"/>
          </ac:spMkLst>
        </pc:spChg>
      </pc:sldChg>
    </pc:docChg>
  </pc:docChgLst>
  <pc:docChgLst>
    <pc:chgData name="William Estes" userId="a88fcdbc31b6f594" providerId="LiveId" clId="{F672AB5B-FF42-4746-B776-B42BA4AD19CD}"/>
    <pc:docChg chg="undo custSel addSld delSld modSld">
      <pc:chgData name="William Estes" userId="a88fcdbc31b6f594" providerId="LiveId" clId="{F672AB5B-FF42-4746-B776-B42BA4AD19CD}" dt="2021-02-08T23:41:16.844" v="592" actId="1076"/>
      <pc:docMkLst>
        <pc:docMk/>
      </pc:docMkLst>
      <pc:sldChg chg="modSp mod">
        <pc:chgData name="William Estes" userId="a88fcdbc31b6f594" providerId="LiveId" clId="{F672AB5B-FF42-4746-B776-B42BA4AD19CD}" dt="2021-02-08T17:16:26.147" v="0" actId="20577"/>
        <pc:sldMkLst>
          <pc:docMk/>
          <pc:sldMk cId="1945136841" sldId="256"/>
        </pc:sldMkLst>
        <pc:spChg chg="mod">
          <ac:chgData name="William Estes" userId="a88fcdbc31b6f594" providerId="LiveId" clId="{F672AB5B-FF42-4746-B776-B42BA4AD19CD}" dt="2021-02-08T17:16:26.147" v="0" actId="20577"/>
          <ac:spMkLst>
            <pc:docMk/>
            <pc:sldMk cId="1945136841" sldId="256"/>
            <ac:spMk id="3" creationId="{DDC89ACB-096C-C741-9C1C-5361EC0608AA}"/>
          </ac:spMkLst>
        </pc:spChg>
      </pc:sldChg>
      <pc:sldChg chg="modSp add del mod">
        <pc:chgData name="William Estes" userId="a88fcdbc31b6f594" providerId="LiveId" clId="{F672AB5B-FF42-4746-B776-B42BA4AD19CD}" dt="2021-02-08T17:18:50.915" v="110" actId="20577"/>
        <pc:sldMkLst>
          <pc:docMk/>
          <pc:sldMk cId="830997286" sldId="264"/>
        </pc:sldMkLst>
        <pc:spChg chg="mod">
          <ac:chgData name="William Estes" userId="a88fcdbc31b6f594" providerId="LiveId" clId="{F672AB5B-FF42-4746-B776-B42BA4AD19CD}" dt="2021-02-08T17:18:50.915" v="110" actId="20577"/>
          <ac:spMkLst>
            <pc:docMk/>
            <pc:sldMk cId="830997286" sldId="264"/>
            <ac:spMk id="3" creationId="{1095E837-F77E-AE4D-944C-919B5D780AAA}"/>
          </ac:spMkLst>
        </pc:spChg>
      </pc:sldChg>
      <pc:sldChg chg="modSp mod">
        <pc:chgData name="William Estes" userId="a88fcdbc31b6f594" providerId="LiveId" clId="{F672AB5B-FF42-4746-B776-B42BA4AD19CD}" dt="2021-02-08T23:35:10.310" v="586" actId="1076"/>
        <pc:sldMkLst>
          <pc:docMk/>
          <pc:sldMk cId="3007801671" sldId="291"/>
        </pc:sldMkLst>
        <pc:spChg chg="mod">
          <ac:chgData name="William Estes" userId="a88fcdbc31b6f594" providerId="LiveId" clId="{F672AB5B-FF42-4746-B776-B42BA4AD19CD}" dt="2021-02-08T23:35:10.310" v="586" actId="1076"/>
          <ac:spMkLst>
            <pc:docMk/>
            <pc:sldMk cId="3007801671" sldId="291"/>
            <ac:spMk id="12" creationId="{CF97C5AB-99C6-437C-B2DB-5A3F7C1729C7}"/>
          </ac:spMkLst>
        </pc:spChg>
      </pc:sldChg>
      <pc:sldChg chg="modSp mod">
        <pc:chgData name="William Estes" userId="a88fcdbc31b6f594" providerId="LiveId" clId="{F672AB5B-FF42-4746-B776-B42BA4AD19CD}" dt="2021-02-08T23:36:14.656" v="588" actId="1076"/>
        <pc:sldMkLst>
          <pc:docMk/>
          <pc:sldMk cId="1031257587" sldId="292"/>
        </pc:sldMkLst>
        <pc:spChg chg="mod">
          <ac:chgData name="William Estes" userId="a88fcdbc31b6f594" providerId="LiveId" clId="{F672AB5B-FF42-4746-B776-B42BA4AD19CD}" dt="2021-02-08T23:36:14.656" v="588" actId="1076"/>
          <ac:spMkLst>
            <pc:docMk/>
            <pc:sldMk cId="1031257587" sldId="292"/>
            <ac:spMk id="7" creationId="{81FEAAF1-55EF-429A-832F-657DD1B08A00}"/>
          </ac:spMkLst>
        </pc:spChg>
        <pc:spChg chg="mod">
          <ac:chgData name="William Estes" userId="a88fcdbc31b6f594" providerId="LiveId" clId="{F672AB5B-FF42-4746-B776-B42BA4AD19CD}" dt="2021-02-08T23:36:14.656" v="588" actId="1076"/>
          <ac:spMkLst>
            <pc:docMk/>
            <pc:sldMk cId="1031257587" sldId="292"/>
            <ac:spMk id="10" creationId="{A6C69913-6E66-4EF9-912E-4787D37F112A}"/>
          </ac:spMkLst>
        </pc:spChg>
        <pc:spChg chg="mod">
          <ac:chgData name="William Estes" userId="a88fcdbc31b6f594" providerId="LiveId" clId="{F672AB5B-FF42-4746-B776-B42BA4AD19CD}" dt="2021-02-08T23:36:14.656" v="588" actId="1076"/>
          <ac:spMkLst>
            <pc:docMk/>
            <pc:sldMk cId="1031257587" sldId="292"/>
            <ac:spMk id="13" creationId="{FA79162F-1F9C-4BB6-9C39-96C8B58E86C3}"/>
          </ac:spMkLst>
        </pc:spChg>
        <pc:spChg chg="mod">
          <ac:chgData name="William Estes" userId="a88fcdbc31b6f594" providerId="LiveId" clId="{F672AB5B-FF42-4746-B776-B42BA4AD19CD}" dt="2021-02-08T23:36:14.656" v="588" actId="1076"/>
          <ac:spMkLst>
            <pc:docMk/>
            <pc:sldMk cId="1031257587" sldId="292"/>
            <ac:spMk id="14" creationId="{BC68A978-56D8-4B49-B046-44ACD0A585A4}"/>
          </ac:spMkLst>
        </pc:spChg>
        <pc:spChg chg="mod">
          <ac:chgData name="William Estes" userId="a88fcdbc31b6f594" providerId="LiveId" clId="{F672AB5B-FF42-4746-B776-B42BA4AD19CD}" dt="2021-02-08T23:36:14.656" v="588" actId="1076"/>
          <ac:spMkLst>
            <pc:docMk/>
            <pc:sldMk cId="1031257587" sldId="292"/>
            <ac:spMk id="15" creationId="{7F19F82B-0D64-4D93-8D94-101BBFB46765}"/>
          </ac:spMkLst>
        </pc:spChg>
        <pc:spChg chg="mod">
          <ac:chgData name="William Estes" userId="a88fcdbc31b6f594" providerId="LiveId" clId="{F672AB5B-FF42-4746-B776-B42BA4AD19CD}" dt="2021-02-08T23:36:14.656" v="588" actId="1076"/>
          <ac:spMkLst>
            <pc:docMk/>
            <pc:sldMk cId="1031257587" sldId="292"/>
            <ac:spMk id="16" creationId="{2CD967FC-6B82-4F09-938B-F9E74AB74DB5}"/>
          </ac:spMkLst>
        </pc:spChg>
      </pc:sldChg>
      <pc:sldChg chg="modSp mod">
        <pc:chgData name="William Estes" userId="a88fcdbc31b6f594" providerId="LiveId" clId="{F672AB5B-FF42-4746-B776-B42BA4AD19CD}" dt="2021-02-08T23:37:45.712" v="590" actId="1076"/>
        <pc:sldMkLst>
          <pc:docMk/>
          <pc:sldMk cId="2184220433" sldId="295"/>
        </pc:sldMkLst>
        <pc:spChg chg="mod">
          <ac:chgData name="William Estes" userId="a88fcdbc31b6f594" providerId="LiveId" clId="{F672AB5B-FF42-4746-B776-B42BA4AD19CD}" dt="2021-02-08T23:37:45.712" v="590" actId="1076"/>
          <ac:spMkLst>
            <pc:docMk/>
            <pc:sldMk cId="2184220433" sldId="295"/>
            <ac:spMk id="5" creationId="{7B16B923-1F9B-4609-AF2C-FA03D25659EE}"/>
          </ac:spMkLst>
        </pc:spChg>
      </pc:sldChg>
      <pc:sldChg chg="modSp mod">
        <pc:chgData name="William Estes" userId="a88fcdbc31b6f594" providerId="LiveId" clId="{F672AB5B-FF42-4746-B776-B42BA4AD19CD}" dt="2021-02-08T23:41:16.844" v="592" actId="1076"/>
        <pc:sldMkLst>
          <pc:docMk/>
          <pc:sldMk cId="1522982694" sldId="296"/>
        </pc:sldMkLst>
        <pc:spChg chg="mod">
          <ac:chgData name="William Estes" userId="a88fcdbc31b6f594" providerId="LiveId" clId="{F672AB5B-FF42-4746-B776-B42BA4AD19CD}" dt="2021-02-08T23:41:16.844" v="592" actId="1076"/>
          <ac:spMkLst>
            <pc:docMk/>
            <pc:sldMk cId="1522982694" sldId="296"/>
            <ac:spMk id="6" creationId="{8D3881AF-2AF0-4DF1-977D-DEFDD2FCFF0A}"/>
          </ac:spMkLst>
        </pc:spChg>
        <pc:spChg chg="mod">
          <ac:chgData name="William Estes" userId="a88fcdbc31b6f594" providerId="LiveId" clId="{F672AB5B-FF42-4746-B776-B42BA4AD19CD}" dt="2021-02-08T23:41:16.844" v="592" actId="1076"/>
          <ac:spMkLst>
            <pc:docMk/>
            <pc:sldMk cId="1522982694" sldId="296"/>
            <ac:spMk id="7" creationId="{F5D9FE73-3240-4541-BA18-9018D3F5BAA8}"/>
          </ac:spMkLst>
        </pc:spChg>
      </pc:sldChg>
      <pc:sldChg chg="add del">
        <pc:chgData name="William Estes" userId="a88fcdbc31b6f594" providerId="LiveId" clId="{F672AB5B-FF42-4746-B776-B42BA4AD19CD}" dt="2021-02-08T17:18:21.404" v="3" actId="2696"/>
        <pc:sldMkLst>
          <pc:docMk/>
          <pc:sldMk cId="4242654959" sldId="304"/>
        </pc:sldMkLst>
      </pc:sldChg>
      <pc:sldChg chg="add del">
        <pc:chgData name="William Estes" userId="a88fcdbc31b6f594" providerId="LiveId" clId="{F672AB5B-FF42-4746-B776-B42BA4AD19CD}" dt="2021-02-08T17:18:21.404" v="3" actId="2696"/>
        <pc:sldMkLst>
          <pc:docMk/>
          <pc:sldMk cId="2469544991" sldId="305"/>
        </pc:sldMkLst>
      </pc:sldChg>
      <pc:sldChg chg="add del">
        <pc:chgData name="William Estes" userId="a88fcdbc31b6f594" providerId="LiveId" clId="{F672AB5B-FF42-4746-B776-B42BA4AD19CD}" dt="2021-02-08T17:18:21.404" v="3" actId="2696"/>
        <pc:sldMkLst>
          <pc:docMk/>
          <pc:sldMk cId="2651208645" sldId="306"/>
        </pc:sldMkLst>
      </pc:sldChg>
      <pc:sldChg chg="modSp add del mod">
        <pc:chgData name="William Estes" userId="a88fcdbc31b6f594" providerId="LiveId" clId="{F672AB5B-FF42-4746-B776-B42BA4AD19CD}" dt="2021-02-08T17:22:41.524" v="584" actId="5793"/>
        <pc:sldMkLst>
          <pc:docMk/>
          <pc:sldMk cId="746972265" sldId="307"/>
        </pc:sldMkLst>
        <pc:spChg chg="mod">
          <ac:chgData name="William Estes" userId="a88fcdbc31b6f594" providerId="LiveId" clId="{F672AB5B-FF42-4746-B776-B42BA4AD19CD}" dt="2021-02-08T17:22:41.524" v="584" actId="5793"/>
          <ac:spMkLst>
            <pc:docMk/>
            <pc:sldMk cId="746972265" sldId="307"/>
            <ac:spMk id="4" creationId="{5C0E649D-E3FD-41FB-BA87-37C62725C740}"/>
          </ac:spMkLst>
        </pc:spChg>
      </pc:sldChg>
    </pc:docChg>
  </pc:docChgLst>
  <pc:docChgLst>
    <pc:chgData name="William Estes" userId="a88fcdbc31b6f594" providerId="Windows Live" clId="Web-{1C42299B-EE27-4BED-807D-8FDE6497A3B9}"/>
    <pc:docChg chg="addSld delSld modSld">
      <pc:chgData name="William Estes" userId="a88fcdbc31b6f594" providerId="Windows Live" clId="Web-{1C42299B-EE27-4BED-807D-8FDE6497A3B9}" dt="2020-08-29T21:35:47.315" v="2958" actId="20577"/>
      <pc:docMkLst>
        <pc:docMk/>
      </pc:docMkLst>
      <pc:sldChg chg="modSp">
        <pc:chgData name="William Estes" userId="a88fcdbc31b6f594" providerId="Windows Live" clId="Web-{1C42299B-EE27-4BED-807D-8FDE6497A3B9}" dt="2020-08-28T22:35:08.592" v="180" actId="20577"/>
        <pc:sldMkLst>
          <pc:docMk/>
          <pc:sldMk cId="1056604679" sldId="260"/>
        </pc:sldMkLst>
        <pc:spChg chg="mod">
          <ac:chgData name="William Estes" userId="a88fcdbc31b6f594" providerId="Windows Live" clId="Web-{1C42299B-EE27-4BED-807D-8FDE6497A3B9}" dt="2020-08-28T22:35:08.592" v="180" actId="20577"/>
          <ac:spMkLst>
            <pc:docMk/>
            <pc:sldMk cId="1056604679" sldId="260"/>
            <ac:spMk id="3" creationId="{3713A5A2-1019-0143-BC00-1B8B12D7C198}"/>
          </ac:spMkLst>
        </pc:spChg>
      </pc:sldChg>
      <pc:sldChg chg="modSp">
        <pc:chgData name="William Estes" userId="a88fcdbc31b6f594" providerId="Windows Live" clId="Web-{1C42299B-EE27-4BED-807D-8FDE6497A3B9}" dt="2020-08-29T20:29:11.041" v="383" actId="20577"/>
        <pc:sldMkLst>
          <pc:docMk/>
          <pc:sldMk cId="496210837" sldId="280"/>
        </pc:sldMkLst>
        <pc:spChg chg="mod">
          <ac:chgData name="William Estes" userId="a88fcdbc31b6f594" providerId="Windows Live" clId="Web-{1C42299B-EE27-4BED-807D-8FDE6497A3B9}" dt="2020-08-29T20:29:11.041" v="383" actId="20577"/>
          <ac:spMkLst>
            <pc:docMk/>
            <pc:sldMk cId="496210837" sldId="280"/>
            <ac:spMk id="3" creationId="{3713A5A2-1019-0143-BC00-1B8B12D7C198}"/>
          </ac:spMkLst>
        </pc:spChg>
      </pc:sldChg>
      <pc:sldChg chg="del">
        <pc:chgData name="William Estes" userId="a88fcdbc31b6f594" providerId="Windows Live" clId="Web-{1C42299B-EE27-4BED-807D-8FDE6497A3B9}" dt="2020-08-28T21:48:50.081" v="137"/>
        <pc:sldMkLst>
          <pc:docMk/>
          <pc:sldMk cId="3619621420" sldId="285"/>
        </pc:sldMkLst>
      </pc:sldChg>
      <pc:sldChg chg="addSp modSp">
        <pc:chgData name="William Estes" userId="a88fcdbc31b6f594" providerId="Windows Live" clId="Web-{1C42299B-EE27-4BED-807D-8FDE6497A3B9}" dt="2020-08-29T20:40:36.410" v="1158" actId="20577"/>
        <pc:sldMkLst>
          <pc:docMk/>
          <pc:sldMk cId="3016926997" sldId="287"/>
        </pc:sldMkLst>
        <pc:spChg chg="mod">
          <ac:chgData name="William Estes" userId="a88fcdbc31b6f594" providerId="Windows Live" clId="Web-{1C42299B-EE27-4BED-807D-8FDE6497A3B9}" dt="2020-08-29T20:30:38.839" v="397" actId="20577"/>
          <ac:spMkLst>
            <pc:docMk/>
            <pc:sldMk cId="3016926997" sldId="287"/>
            <ac:spMk id="2" creationId="{BE79D0F1-31A8-934B-8486-B9D3C52E0A02}"/>
          </ac:spMkLst>
        </pc:spChg>
        <pc:spChg chg="mod">
          <ac:chgData name="William Estes" userId="a88fcdbc31b6f594" providerId="Windows Live" clId="Web-{1C42299B-EE27-4BED-807D-8FDE6497A3B9}" dt="2020-08-29T20:40:36.410" v="1158" actId="20577"/>
          <ac:spMkLst>
            <pc:docMk/>
            <pc:sldMk cId="3016926997" sldId="287"/>
            <ac:spMk id="4" creationId="{5C0E649D-E3FD-41FB-BA87-37C62725C740}"/>
          </ac:spMkLst>
        </pc:spChg>
        <pc:picChg chg="add mod">
          <ac:chgData name="William Estes" userId="a88fcdbc31b6f594" providerId="Windows Live" clId="Web-{1C42299B-EE27-4BED-807D-8FDE6497A3B9}" dt="2020-08-29T20:33:30.938" v="608" actId="14100"/>
          <ac:picMkLst>
            <pc:docMk/>
            <pc:sldMk cId="3016926997" sldId="287"/>
            <ac:picMk id="3" creationId="{9B50198E-59C2-4405-ACE6-E7B05ABCC7F2}"/>
          </ac:picMkLst>
        </pc:picChg>
      </pc:sldChg>
      <pc:sldChg chg="modSp">
        <pc:chgData name="William Estes" userId="a88fcdbc31b6f594" providerId="Windows Live" clId="Web-{1C42299B-EE27-4BED-807D-8FDE6497A3B9}" dt="2020-08-29T18:32:20.468" v="232" actId="20577"/>
        <pc:sldMkLst>
          <pc:docMk/>
          <pc:sldMk cId="3007801671" sldId="291"/>
        </pc:sldMkLst>
        <pc:spChg chg="mod">
          <ac:chgData name="William Estes" userId="a88fcdbc31b6f594" providerId="Windows Live" clId="Web-{1C42299B-EE27-4BED-807D-8FDE6497A3B9}" dt="2020-08-29T18:32:20.468" v="232" actId="20577"/>
          <ac:spMkLst>
            <pc:docMk/>
            <pc:sldMk cId="3007801671" sldId="291"/>
            <ac:spMk id="3" creationId="{1095E837-F77E-AE4D-944C-919B5D780AAA}"/>
          </ac:spMkLst>
        </pc:spChg>
        <pc:spChg chg="mod">
          <ac:chgData name="William Estes" userId="a88fcdbc31b6f594" providerId="Windows Live" clId="Web-{1C42299B-EE27-4BED-807D-8FDE6497A3B9}" dt="2020-08-29T18:29:43.783" v="201" actId="1076"/>
          <ac:spMkLst>
            <pc:docMk/>
            <pc:sldMk cId="3007801671" sldId="291"/>
            <ac:spMk id="4" creationId="{ADB1C674-FD00-4D6C-866A-6C5E6B13E5F3}"/>
          </ac:spMkLst>
        </pc:spChg>
        <pc:spChg chg="mod">
          <ac:chgData name="William Estes" userId="a88fcdbc31b6f594" providerId="Windows Live" clId="Web-{1C42299B-EE27-4BED-807D-8FDE6497A3B9}" dt="2020-08-29T18:30:57" v="202" actId="1076"/>
          <ac:spMkLst>
            <pc:docMk/>
            <pc:sldMk cId="3007801671" sldId="291"/>
            <ac:spMk id="5" creationId="{4952BA95-9BBD-41E0-9E5D-9FA167EAC776}"/>
          </ac:spMkLst>
        </pc:spChg>
        <pc:spChg chg="mod">
          <ac:chgData name="William Estes" userId="a88fcdbc31b6f594" providerId="Windows Live" clId="Web-{1C42299B-EE27-4BED-807D-8FDE6497A3B9}" dt="2020-08-29T18:31:01.516" v="203" actId="1076"/>
          <ac:spMkLst>
            <pc:docMk/>
            <pc:sldMk cId="3007801671" sldId="291"/>
            <ac:spMk id="6" creationId="{3A659AA7-456C-4E13-9785-37DE36D63852}"/>
          </ac:spMkLst>
        </pc:spChg>
      </pc:sldChg>
      <pc:sldChg chg="delSp modSp">
        <pc:chgData name="William Estes" userId="a88fcdbc31b6f594" providerId="Windows Live" clId="Web-{1C42299B-EE27-4BED-807D-8FDE6497A3B9}" dt="2020-08-28T21:46:00.471" v="15" actId="1076"/>
        <pc:sldMkLst>
          <pc:docMk/>
          <pc:sldMk cId="171356189" sldId="292"/>
        </pc:sldMkLst>
        <pc:spChg chg="mod">
          <ac:chgData name="William Estes" userId="a88fcdbc31b6f594" providerId="Windows Live" clId="Web-{1C42299B-EE27-4BED-807D-8FDE6497A3B9}" dt="2020-08-28T21:45:52.143" v="5" actId="20577"/>
          <ac:spMkLst>
            <pc:docMk/>
            <pc:sldMk cId="171356189" sldId="292"/>
            <ac:spMk id="3" creationId="{1095E837-F77E-AE4D-944C-919B5D780AAA}"/>
          </ac:spMkLst>
        </pc:spChg>
        <pc:spChg chg="del">
          <ac:chgData name="William Estes" userId="a88fcdbc31b6f594" providerId="Windows Live" clId="Web-{1C42299B-EE27-4BED-807D-8FDE6497A3B9}" dt="2020-08-28T21:45:45.783" v="0"/>
          <ac:spMkLst>
            <pc:docMk/>
            <pc:sldMk cId="171356189" sldId="292"/>
            <ac:spMk id="4" creationId="{ADB1C674-FD00-4D6C-866A-6C5E6B13E5F3}"/>
          </ac:spMkLst>
        </pc:spChg>
        <pc:spChg chg="mod">
          <ac:chgData name="William Estes" userId="a88fcdbc31b6f594" providerId="Windows Live" clId="Web-{1C42299B-EE27-4BED-807D-8FDE6497A3B9}" dt="2020-08-28T21:46:00.408" v="7" actId="1076"/>
          <ac:spMkLst>
            <pc:docMk/>
            <pc:sldMk cId="171356189" sldId="292"/>
            <ac:spMk id="11" creationId="{78CD0106-D05B-48F8-88DB-525D34C0A1A4}"/>
          </ac:spMkLst>
        </pc:spChg>
        <pc:spChg chg="mod">
          <ac:chgData name="William Estes" userId="a88fcdbc31b6f594" providerId="Windows Live" clId="Web-{1C42299B-EE27-4BED-807D-8FDE6497A3B9}" dt="2020-08-28T21:46:00.424" v="8" actId="1076"/>
          <ac:spMkLst>
            <pc:docMk/>
            <pc:sldMk cId="171356189" sldId="292"/>
            <ac:spMk id="12" creationId="{463E7D16-0E64-401F-AB9D-650B3290882F}"/>
          </ac:spMkLst>
        </pc:spChg>
        <pc:spChg chg="mod">
          <ac:chgData name="William Estes" userId="a88fcdbc31b6f594" providerId="Windows Live" clId="Web-{1C42299B-EE27-4BED-807D-8FDE6497A3B9}" dt="2020-08-28T21:46:00.424" v="9" actId="1076"/>
          <ac:spMkLst>
            <pc:docMk/>
            <pc:sldMk cId="171356189" sldId="292"/>
            <ac:spMk id="13" creationId="{85449B42-0E50-4771-A03D-AB1D291740A4}"/>
          </ac:spMkLst>
        </pc:spChg>
        <pc:spChg chg="mod">
          <ac:chgData name="William Estes" userId="a88fcdbc31b6f594" providerId="Windows Live" clId="Web-{1C42299B-EE27-4BED-807D-8FDE6497A3B9}" dt="2020-08-28T21:46:00.439" v="10" actId="1076"/>
          <ac:spMkLst>
            <pc:docMk/>
            <pc:sldMk cId="171356189" sldId="292"/>
            <ac:spMk id="14" creationId="{DA9640AD-8476-475D-8585-B3FF518B2F8A}"/>
          </ac:spMkLst>
        </pc:spChg>
        <pc:spChg chg="mod">
          <ac:chgData name="William Estes" userId="a88fcdbc31b6f594" providerId="Windows Live" clId="Web-{1C42299B-EE27-4BED-807D-8FDE6497A3B9}" dt="2020-08-28T21:46:00.439" v="11" actId="1076"/>
          <ac:spMkLst>
            <pc:docMk/>
            <pc:sldMk cId="171356189" sldId="292"/>
            <ac:spMk id="15" creationId="{0AA2F10F-EDBF-4224-9420-736F6FFE10FE}"/>
          </ac:spMkLst>
        </pc:spChg>
        <pc:spChg chg="mod">
          <ac:chgData name="William Estes" userId="a88fcdbc31b6f594" providerId="Windows Live" clId="Web-{1C42299B-EE27-4BED-807D-8FDE6497A3B9}" dt="2020-08-28T21:46:00.455" v="12" actId="1076"/>
          <ac:spMkLst>
            <pc:docMk/>
            <pc:sldMk cId="171356189" sldId="292"/>
            <ac:spMk id="16" creationId="{FC004729-9277-4FEB-92A0-2445B4CD18ED}"/>
          </ac:spMkLst>
        </pc:spChg>
        <pc:spChg chg="mod">
          <ac:chgData name="William Estes" userId="a88fcdbc31b6f594" providerId="Windows Live" clId="Web-{1C42299B-EE27-4BED-807D-8FDE6497A3B9}" dt="2020-08-28T21:46:00.455" v="13" actId="1076"/>
          <ac:spMkLst>
            <pc:docMk/>
            <pc:sldMk cId="171356189" sldId="292"/>
            <ac:spMk id="17" creationId="{FC5E33D3-1151-48B4-B1E9-569E51809E49}"/>
          </ac:spMkLst>
        </pc:spChg>
        <pc:cxnChg chg="mod">
          <ac:chgData name="William Estes" userId="a88fcdbc31b6f594" providerId="Windows Live" clId="Web-{1C42299B-EE27-4BED-807D-8FDE6497A3B9}" dt="2020-08-28T21:46:00.471" v="14" actId="1076"/>
          <ac:cxnSpMkLst>
            <pc:docMk/>
            <pc:sldMk cId="171356189" sldId="292"/>
            <ac:cxnSpMk id="18" creationId="{BAC96D7B-8998-499E-BF5C-15409E7D858B}"/>
          </ac:cxnSpMkLst>
        </pc:cxnChg>
        <pc:cxnChg chg="mod">
          <ac:chgData name="William Estes" userId="a88fcdbc31b6f594" providerId="Windows Live" clId="Web-{1C42299B-EE27-4BED-807D-8FDE6497A3B9}" dt="2020-08-28T21:46:00.471" v="15" actId="1076"/>
          <ac:cxnSpMkLst>
            <pc:docMk/>
            <pc:sldMk cId="171356189" sldId="292"/>
            <ac:cxnSpMk id="19" creationId="{32F6DD03-6306-4873-BC80-2C1AD86FC3B2}"/>
          </ac:cxnSpMkLst>
        </pc:cxnChg>
      </pc:sldChg>
      <pc:sldChg chg="addSp modSp">
        <pc:chgData name="William Estes" userId="a88fcdbc31b6f594" providerId="Windows Live" clId="Web-{1C42299B-EE27-4BED-807D-8FDE6497A3B9}" dt="2020-08-29T18:37:23.730" v="237" actId="1076"/>
        <pc:sldMkLst>
          <pc:docMk/>
          <pc:sldMk cId="4024895595" sldId="293"/>
        </pc:sldMkLst>
        <pc:spChg chg="mod">
          <ac:chgData name="William Estes" userId="a88fcdbc31b6f594" providerId="Windows Live" clId="Web-{1C42299B-EE27-4BED-807D-8FDE6497A3B9}" dt="2020-08-28T21:49:23.940" v="140" actId="20577"/>
          <ac:spMkLst>
            <pc:docMk/>
            <pc:sldMk cId="4024895595" sldId="293"/>
            <ac:spMk id="3" creationId="{1095E837-F77E-AE4D-944C-919B5D780AAA}"/>
          </ac:spMkLst>
        </pc:spChg>
        <pc:spChg chg="add mod">
          <ac:chgData name="William Estes" userId="a88fcdbc31b6f594" providerId="Windows Live" clId="Web-{1C42299B-EE27-4BED-807D-8FDE6497A3B9}" dt="2020-08-28T21:47:25.565" v="136" actId="1076"/>
          <ac:spMkLst>
            <pc:docMk/>
            <pc:sldMk cId="4024895595" sldId="293"/>
            <ac:spMk id="7" creationId="{C03BAB43-44C7-43D3-8E69-F3905CA14C66}"/>
          </ac:spMkLst>
        </pc:spChg>
        <pc:spChg chg="mod">
          <ac:chgData name="William Estes" userId="a88fcdbc31b6f594" providerId="Windows Live" clId="Web-{1C42299B-EE27-4BED-807D-8FDE6497A3B9}" dt="2020-08-29T18:37:04.042" v="236" actId="1076"/>
          <ac:spMkLst>
            <pc:docMk/>
            <pc:sldMk cId="4024895595" sldId="293"/>
            <ac:spMk id="11" creationId="{3207FE19-F1CE-410A-AAE5-C514AFCD9962}"/>
          </ac:spMkLst>
        </pc:spChg>
        <pc:spChg chg="mod">
          <ac:chgData name="William Estes" userId="a88fcdbc31b6f594" providerId="Windows Live" clId="Web-{1C42299B-EE27-4BED-807D-8FDE6497A3B9}" dt="2020-08-29T18:37:23.730" v="237" actId="1076"/>
          <ac:spMkLst>
            <pc:docMk/>
            <pc:sldMk cId="4024895595" sldId="293"/>
            <ac:spMk id="13" creationId="{014E91E8-8BA1-4BE7-8636-2D4D82AC14F3}"/>
          </ac:spMkLst>
        </pc:spChg>
      </pc:sldChg>
      <pc:sldChg chg="addSp delSp modSp add replId">
        <pc:chgData name="William Estes" userId="a88fcdbc31b6f594" providerId="Windows Live" clId="Web-{1C42299B-EE27-4BED-807D-8FDE6497A3B9}" dt="2020-08-29T21:25:48.441" v="2273" actId="20577"/>
        <pc:sldMkLst>
          <pc:docMk/>
          <pc:sldMk cId="3221878255" sldId="294"/>
        </pc:sldMkLst>
        <pc:spChg chg="mod">
          <ac:chgData name="William Estes" userId="a88fcdbc31b6f594" providerId="Windows Live" clId="Web-{1C42299B-EE27-4BED-807D-8FDE6497A3B9}" dt="2020-08-29T21:25:48.441" v="2273" actId="20577"/>
          <ac:spMkLst>
            <pc:docMk/>
            <pc:sldMk cId="3221878255" sldId="294"/>
            <ac:spMk id="4" creationId="{5C0E649D-E3FD-41FB-BA87-37C62725C740}"/>
          </ac:spMkLst>
        </pc:spChg>
        <pc:picChg chg="del">
          <ac:chgData name="William Estes" userId="a88fcdbc31b6f594" providerId="Windows Live" clId="Web-{1C42299B-EE27-4BED-807D-8FDE6497A3B9}" dt="2020-08-29T20:34:34.708" v="726"/>
          <ac:picMkLst>
            <pc:docMk/>
            <pc:sldMk cId="3221878255" sldId="294"/>
            <ac:picMk id="3" creationId="{9B50198E-59C2-4405-ACE6-E7B05ABCC7F2}"/>
          </ac:picMkLst>
        </pc:picChg>
        <pc:picChg chg="add mod">
          <ac:chgData name="William Estes" userId="a88fcdbc31b6f594" providerId="Windows Live" clId="Web-{1C42299B-EE27-4BED-807D-8FDE6497A3B9}" dt="2020-08-29T21:25:05.535" v="2150" actId="1076"/>
          <ac:picMkLst>
            <pc:docMk/>
            <pc:sldMk cId="3221878255" sldId="294"/>
            <ac:picMk id="5" creationId="{659E6D4C-B75C-4FDA-9FC5-178E2591C48A}"/>
          </ac:picMkLst>
        </pc:picChg>
        <pc:picChg chg="add mod">
          <ac:chgData name="William Estes" userId="a88fcdbc31b6f594" providerId="Windows Live" clId="Web-{1C42299B-EE27-4BED-807D-8FDE6497A3B9}" dt="2020-08-29T21:25:28.394" v="2194" actId="1076"/>
          <ac:picMkLst>
            <pc:docMk/>
            <pc:sldMk cId="3221878255" sldId="294"/>
            <ac:picMk id="6" creationId="{5E9C30D7-B428-4F3D-9C94-6CE4D4117681}"/>
          </ac:picMkLst>
        </pc:picChg>
      </pc:sldChg>
      <pc:sldChg chg="addSp modSp add replId">
        <pc:chgData name="William Estes" userId="a88fcdbc31b6f594" providerId="Windows Live" clId="Web-{1C42299B-EE27-4BED-807D-8FDE6497A3B9}" dt="2020-08-29T21:16:06.505" v="1719" actId="14100"/>
        <pc:sldMkLst>
          <pc:docMk/>
          <pc:sldMk cId="3635157167" sldId="295"/>
        </pc:sldMkLst>
        <pc:spChg chg="mod">
          <ac:chgData name="William Estes" userId="a88fcdbc31b6f594" providerId="Windows Live" clId="Web-{1C42299B-EE27-4BED-807D-8FDE6497A3B9}" dt="2020-08-29T21:15:58.396" v="1715" actId="20577"/>
          <ac:spMkLst>
            <pc:docMk/>
            <pc:sldMk cId="3635157167" sldId="295"/>
            <ac:spMk id="4" creationId="{5C0E649D-E3FD-41FB-BA87-37C62725C740}"/>
          </ac:spMkLst>
        </pc:spChg>
        <pc:picChg chg="add mod">
          <ac:chgData name="William Estes" userId="a88fcdbc31b6f594" providerId="Windows Live" clId="Web-{1C42299B-EE27-4BED-807D-8FDE6497A3B9}" dt="2020-08-29T21:05:50.648" v="1254" actId="14100"/>
          <ac:picMkLst>
            <pc:docMk/>
            <pc:sldMk cId="3635157167" sldId="295"/>
            <ac:picMk id="3" creationId="{F3E3B2BC-18C6-426C-8968-174065F8B782}"/>
          </ac:picMkLst>
        </pc:picChg>
        <pc:picChg chg="add mod">
          <ac:chgData name="William Estes" userId="a88fcdbc31b6f594" providerId="Windows Live" clId="Web-{1C42299B-EE27-4BED-807D-8FDE6497A3B9}" dt="2020-08-29T21:16:06.505" v="1719" actId="14100"/>
          <ac:picMkLst>
            <pc:docMk/>
            <pc:sldMk cId="3635157167" sldId="295"/>
            <ac:picMk id="5" creationId="{1738BB81-A853-479F-AB43-0CACC687EEDA}"/>
          </ac:picMkLst>
        </pc:picChg>
      </pc:sldChg>
      <pc:sldChg chg="add del replId">
        <pc:chgData name="William Estes" userId="a88fcdbc31b6f594" providerId="Windows Live" clId="Web-{1C42299B-EE27-4BED-807D-8FDE6497A3B9}" dt="2020-08-29T21:25:56.035" v="2276"/>
        <pc:sldMkLst>
          <pc:docMk/>
          <pc:sldMk cId="2164392924" sldId="296"/>
        </pc:sldMkLst>
      </pc:sldChg>
      <pc:sldChg chg="add del replId">
        <pc:chgData name="William Estes" userId="a88fcdbc31b6f594" providerId="Windows Live" clId="Web-{1C42299B-EE27-4BED-807D-8FDE6497A3B9}" dt="2020-08-29T21:25:57.691" v="2277"/>
        <pc:sldMkLst>
          <pc:docMk/>
          <pc:sldMk cId="3102684679" sldId="297"/>
        </pc:sldMkLst>
      </pc:sldChg>
      <pc:sldChg chg="addSp delSp modSp add replId">
        <pc:chgData name="William Estes" userId="a88fcdbc31b6f594" providerId="Windows Live" clId="Web-{1C42299B-EE27-4BED-807D-8FDE6497A3B9}" dt="2020-08-29T21:22:55.395" v="2146" actId="14100"/>
        <pc:sldMkLst>
          <pc:docMk/>
          <pc:sldMk cId="1978656173" sldId="298"/>
        </pc:sldMkLst>
        <pc:spChg chg="mod">
          <ac:chgData name="William Estes" userId="a88fcdbc31b6f594" providerId="Windows Live" clId="Web-{1C42299B-EE27-4BED-807D-8FDE6497A3B9}" dt="2020-08-29T21:18:48.302" v="1863" actId="20577"/>
          <ac:spMkLst>
            <pc:docMk/>
            <pc:sldMk cId="1978656173" sldId="298"/>
            <ac:spMk id="2" creationId="{089AB04D-874D-0245-A562-02212EE48CA7}"/>
          </ac:spMkLst>
        </pc:spChg>
        <pc:spChg chg="mod">
          <ac:chgData name="William Estes" userId="a88fcdbc31b6f594" providerId="Windows Live" clId="Web-{1C42299B-EE27-4BED-807D-8FDE6497A3B9}" dt="2020-08-29T21:21:56.051" v="2141" actId="20577"/>
          <ac:spMkLst>
            <pc:docMk/>
            <pc:sldMk cId="1978656173" sldId="298"/>
            <ac:spMk id="3" creationId="{3713A5A2-1019-0143-BC00-1B8B12D7C198}"/>
          </ac:spMkLst>
        </pc:spChg>
        <pc:picChg chg="del">
          <ac:chgData name="William Estes" userId="a88fcdbc31b6f594" providerId="Windows Live" clId="Web-{1C42299B-EE27-4BED-807D-8FDE6497A3B9}" dt="2020-08-29T21:18:49.521" v="1866"/>
          <ac:picMkLst>
            <pc:docMk/>
            <pc:sldMk cId="1978656173" sldId="298"/>
            <ac:picMk id="4" creationId="{4259BACA-FCD8-48E2-9A07-B9333745DEDB}"/>
          </ac:picMkLst>
        </pc:picChg>
        <pc:picChg chg="add mod">
          <ac:chgData name="William Estes" userId="a88fcdbc31b6f594" providerId="Windows Live" clId="Web-{1C42299B-EE27-4BED-807D-8FDE6497A3B9}" dt="2020-08-29T21:22:55.395" v="2146" actId="14100"/>
          <ac:picMkLst>
            <pc:docMk/>
            <pc:sldMk cId="1978656173" sldId="298"/>
            <ac:picMk id="5" creationId="{FC63283E-B2D1-4EEF-82D2-BCA9050081E7}"/>
          </ac:picMkLst>
        </pc:picChg>
      </pc:sldChg>
      <pc:sldChg chg="addSp delSp modSp add replId">
        <pc:chgData name="William Estes" userId="a88fcdbc31b6f594" providerId="Windows Live" clId="Web-{1C42299B-EE27-4BED-807D-8FDE6497A3B9}" dt="2020-08-29T21:35:20.736" v="2956" actId="20577"/>
        <pc:sldMkLst>
          <pc:docMk/>
          <pc:sldMk cId="1101533116" sldId="299"/>
        </pc:sldMkLst>
        <pc:spChg chg="mod">
          <ac:chgData name="William Estes" userId="a88fcdbc31b6f594" providerId="Windows Live" clId="Web-{1C42299B-EE27-4BED-807D-8FDE6497A3B9}" dt="2020-08-29T21:27:13.144" v="2281" actId="20577"/>
          <ac:spMkLst>
            <pc:docMk/>
            <pc:sldMk cId="1101533116" sldId="299"/>
            <ac:spMk id="2" creationId="{089AB04D-874D-0245-A562-02212EE48CA7}"/>
          </ac:spMkLst>
        </pc:spChg>
        <pc:spChg chg="mod">
          <ac:chgData name="William Estes" userId="a88fcdbc31b6f594" providerId="Windows Live" clId="Web-{1C42299B-EE27-4BED-807D-8FDE6497A3B9}" dt="2020-08-29T21:35:20.736" v="2956" actId="20577"/>
          <ac:spMkLst>
            <pc:docMk/>
            <pc:sldMk cId="1101533116" sldId="299"/>
            <ac:spMk id="3" creationId="{3713A5A2-1019-0143-BC00-1B8B12D7C198}"/>
          </ac:spMkLst>
        </pc:spChg>
        <pc:picChg chg="add mod">
          <ac:chgData name="William Estes" userId="a88fcdbc31b6f594" providerId="Windows Live" clId="Web-{1C42299B-EE27-4BED-807D-8FDE6497A3B9}" dt="2020-08-29T21:32:35.815" v="2364" actId="1076"/>
          <ac:picMkLst>
            <pc:docMk/>
            <pc:sldMk cId="1101533116" sldId="299"/>
            <ac:picMk id="4" creationId="{DD9F2A48-8117-4CF0-8DD6-70F11B4F76E5}"/>
          </ac:picMkLst>
        </pc:picChg>
        <pc:picChg chg="del">
          <ac:chgData name="William Estes" userId="a88fcdbc31b6f594" providerId="Windows Live" clId="Web-{1C42299B-EE27-4BED-807D-8FDE6497A3B9}" dt="2020-08-29T21:27:14.425" v="2284"/>
          <ac:picMkLst>
            <pc:docMk/>
            <pc:sldMk cId="1101533116" sldId="299"/>
            <ac:picMk id="5" creationId="{FC63283E-B2D1-4EEF-82D2-BCA9050081E7}"/>
          </ac:picMkLst>
        </pc:picChg>
        <pc:picChg chg="add mod">
          <ac:chgData name="William Estes" userId="a88fcdbc31b6f594" providerId="Windows Live" clId="Web-{1C42299B-EE27-4BED-807D-8FDE6497A3B9}" dt="2020-08-29T21:32:38.565" v="2365" actId="1076"/>
          <ac:picMkLst>
            <pc:docMk/>
            <pc:sldMk cId="1101533116" sldId="299"/>
            <ac:picMk id="6" creationId="{06E87469-E8E4-4848-8D45-F8E13FF0A90C}"/>
          </ac:picMkLst>
        </pc:picChg>
      </pc:sldChg>
    </pc:docChg>
  </pc:docChgLst>
  <pc:docChgLst>
    <pc:chgData name="William Estes" userId="a88fcdbc31b6f594" providerId="Windows Live" clId="Web-{8AE812E1-908B-4311-9B56-51CA81A6196B}"/>
    <pc:docChg chg="modSld">
      <pc:chgData name="William Estes" userId="a88fcdbc31b6f594" providerId="Windows Live" clId="Web-{8AE812E1-908B-4311-9B56-51CA81A6196B}" dt="2020-09-09T14:43:56.224" v="28" actId="20577"/>
      <pc:docMkLst>
        <pc:docMk/>
      </pc:docMkLst>
      <pc:sldChg chg="modSp">
        <pc:chgData name="William Estes" userId="a88fcdbc31b6f594" providerId="Windows Live" clId="Web-{8AE812E1-908B-4311-9B56-51CA81A6196B}" dt="2020-09-09T14:43:56.224" v="27" actId="20577"/>
        <pc:sldMkLst>
          <pc:docMk/>
          <pc:sldMk cId="496210837" sldId="280"/>
        </pc:sldMkLst>
        <pc:spChg chg="mod">
          <ac:chgData name="William Estes" userId="a88fcdbc31b6f594" providerId="Windows Live" clId="Web-{8AE812E1-908B-4311-9B56-51CA81A6196B}" dt="2020-09-09T14:43:56.224" v="27" actId="20577"/>
          <ac:spMkLst>
            <pc:docMk/>
            <pc:sldMk cId="496210837" sldId="280"/>
            <ac:spMk id="3" creationId="{3713A5A2-1019-0143-BC00-1B8B12D7C198}"/>
          </ac:spMkLst>
        </pc:spChg>
      </pc:sldChg>
      <pc:sldChg chg="modSp">
        <pc:chgData name="William Estes" userId="a88fcdbc31b6f594" providerId="Windows Live" clId="Web-{8AE812E1-908B-4311-9B56-51CA81A6196B}" dt="2020-09-09T14:43:38.677" v="10" actId="20577"/>
        <pc:sldMkLst>
          <pc:docMk/>
          <pc:sldMk cId="1575020086" sldId="308"/>
        </pc:sldMkLst>
        <pc:spChg chg="mod">
          <ac:chgData name="William Estes" userId="a88fcdbc31b6f594" providerId="Windows Live" clId="Web-{8AE812E1-908B-4311-9B56-51CA81A6196B}" dt="2020-09-09T14:43:38.677" v="10" actId="20577"/>
          <ac:spMkLst>
            <pc:docMk/>
            <pc:sldMk cId="1575020086" sldId="308"/>
            <ac:spMk id="3" creationId="{CF346A43-8A67-4B2E-80E1-770DDD72F0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534A9-6018-2047-913D-1953A2F6D512}" type="datetimeFigureOut">
              <a:rPr lang="en-US" smtClean="0"/>
              <a:t>12/28/2021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AE8F9F-6DA5-A84A-A6AC-9F6E4BC07FF0}" type="slidenum">
              <a:rPr lang="en-US" smtClean="0"/>
              <a:t>‹#›</a:t>
            </a:fld>
            <a:endParaRPr lang="en-US"/>
          </a:p>
        </p:txBody>
      </p:sp>
    </p:spTree>
    <p:extLst>
      <p:ext uri="{BB962C8B-B14F-4D97-AF65-F5344CB8AC3E}">
        <p14:creationId xmlns:p14="http://schemas.microsoft.com/office/powerpoint/2010/main" val="3406537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AE8F9F-6DA5-A84A-A6AC-9F6E4BC07FF0}" type="slidenum">
              <a:rPr lang="en-US" smtClean="0"/>
              <a:t>1</a:t>
            </a:fld>
            <a:endParaRPr lang="en-US"/>
          </a:p>
        </p:txBody>
      </p:sp>
    </p:spTree>
    <p:extLst>
      <p:ext uri="{BB962C8B-B14F-4D97-AF65-F5344CB8AC3E}">
        <p14:creationId xmlns:p14="http://schemas.microsoft.com/office/powerpoint/2010/main" val="298808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3A65DBF-A9F0-C148-993C-2303F706A4CD}" type="datetimeFigureOut">
              <a:rPr lang="en-US" smtClean="0"/>
              <a:t>12/28/2021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4077925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762348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A65DBF-A9F0-C148-993C-2303F706A4CD}" type="datetimeFigureOut">
              <a:rPr lang="en-US" smtClean="0"/>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364701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01428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3A65DBF-A9F0-C148-993C-2303F706A4CD}" type="datetimeFigureOut">
              <a:rPr lang="en-US" smtClean="0"/>
              <a:t>12/28/2021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353932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A65DBF-A9F0-C148-993C-2303F706A4CD}" type="datetimeFigureOut">
              <a:rPr lang="en-US" smtClean="0"/>
              <a:t>12/28/2021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4140566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65DBF-A9F0-C148-993C-2303F706A4CD}" type="datetimeFigureOut">
              <a:rPr lang="en-US" smtClean="0"/>
              <a:t>12/28/2021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284795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40048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050820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147043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891033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49752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A65DBF-A9F0-C148-993C-2303F706A4CD}" type="datetimeFigureOut">
              <a:rPr lang="en-US" smtClean="0"/>
              <a:t>12/28/2021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2727693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3A65DBF-A9F0-C148-993C-2303F706A4CD}" type="datetimeFigureOut">
              <a:rPr lang="en-US" smtClean="0"/>
              <a:t>12/28/2021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35473084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3A65DBF-A9F0-C148-993C-2303F706A4CD}" type="datetimeFigureOut">
              <a:rPr lang="en-US" smtClean="0"/>
              <a:t>12/28/2021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655432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16347891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3A65DBF-A9F0-C148-993C-2303F706A4CD}" type="datetimeFigureOut">
              <a:rPr lang="en-US" smtClean="0"/>
              <a:t>12/28/2021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A783B-3C34-F442-83C3-8480C4EF33D1}" type="slidenum">
              <a:rPr lang="en-US" smtClean="0"/>
              <a:t>‹#›</a:t>
            </a:fld>
            <a:endParaRPr lang="en-US"/>
          </a:p>
        </p:txBody>
      </p:sp>
    </p:spTree>
    <p:extLst>
      <p:ext uri="{BB962C8B-B14F-4D97-AF65-F5344CB8AC3E}">
        <p14:creationId xmlns:p14="http://schemas.microsoft.com/office/powerpoint/2010/main" val="4168367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3A65DBF-A9F0-C148-993C-2303F706A4CD}" type="datetimeFigureOut">
              <a:rPr lang="en-US" smtClean="0"/>
              <a:t>12/28/2021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4CA783B-3C34-F442-83C3-8480C4EF33D1}" type="slidenum">
              <a:rPr lang="en-US" smtClean="0"/>
              <a:t>‹#›</a:t>
            </a:fld>
            <a:endParaRPr lang="en-US"/>
          </a:p>
        </p:txBody>
      </p:sp>
    </p:spTree>
    <p:extLst>
      <p:ext uri="{BB962C8B-B14F-4D97-AF65-F5344CB8AC3E}">
        <p14:creationId xmlns:p14="http://schemas.microsoft.com/office/powerpoint/2010/main" val="2330992013"/>
      </p:ext>
    </p:extLst>
  </p:cSld>
  <p:clrMap bg1="dk1" tx1="lt1" bg2="dk2" tx2="lt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83" r:id="rId15"/>
    <p:sldLayoutId id="2147483984" r:id="rId16"/>
    <p:sldLayoutId id="214748398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www.w3schools.com/python/python_operators.asp"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CCB2-5FFC-AF47-90CA-9CC12D113DDD}"/>
              </a:ext>
            </a:extLst>
          </p:cNvPr>
          <p:cNvSpPr>
            <a:spLocks noGrp="1"/>
          </p:cNvSpPr>
          <p:nvPr>
            <p:ph type="ctrTitle"/>
          </p:nvPr>
        </p:nvSpPr>
        <p:spPr>
          <a:xfrm>
            <a:off x="6615112" y="1122363"/>
            <a:ext cx="5173847" cy="2387600"/>
          </a:xfrm>
        </p:spPr>
        <p:txBody>
          <a:bodyPr>
            <a:normAutofit/>
          </a:bodyPr>
          <a:lstStyle/>
          <a:p>
            <a:r>
              <a:rPr lang="en-US" sz="4100"/>
              <a:t>CSC 119:Intro to Programming</a:t>
            </a:r>
            <a:br>
              <a:rPr lang="en-US" sz="4100"/>
            </a:br>
            <a:r>
              <a:rPr lang="en-US" sz="4100"/>
              <a:t>Lecture 3</a:t>
            </a:r>
          </a:p>
        </p:txBody>
      </p:sp>
      <p:pic>
        <p:nvPicPr>
          <p:cNvPr id="5" name="Picture 4" descr="Computer script on a screen">
            <a:extLst>
              <a:ext uri="{FF2B5EF4-FFF2-40B4-BE49-F238E27FC236}">
                <a16:creationId xmlns:a16="http://schemas.microsoft.com/office/drawing/2014/main" id="{B20DD600-7271-41A5-B7B2-3CFFE9023D37}"/>
              </a:ext>
            </a:extLst>
          </p:cNvPr>
          <p:cNvPicPr>
            <a:picLocks noChangeAspect="1"/>
          </p:cNvPicPr>
          <p:nvPr/>
        </p:nvPicPr>
        <p:blipFill rotWithShape="1">
          <a:blip r:embed="rId4"/>
          <a:srcRect l="419" r="40192" b="-1"/>
          <a:stretch/>
        </p:blipFill>
        <p:spPr>
          <a:xfrm>
            <a:off x="-5597" y="10"/>
            <a:ext cx="6101597" cy="6857990"/>
          </a:xfrm>
          <a:prstGeom prst="rect">
            <a:avLst/>
          </a:prstGeom>
        </p:spPr>
      </p:pic>
    </p:spTree>
    <p:extLst>
      <p:ext uri="{BB962C8B-B14F-4D97-AF65-F5344CB8AC3E}">
        <p14:creationId xmlns:p14="http://schemas.microsoft.com/office/powerpoint/2010/main" val="194513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a:t>Last Lecture</a:t>
            </a:r>
            <a:endParaRPr lang="en-US" dirty="0"/>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Review of Chapter 2</a:t>
            </a:r>
          </a:p>
          <a:p>
            <a:r>
              <a:rPr lang="en-US" dirty="0"/>
              <a:t>Non Primitive (Complex) </a:t>
            </a:r>
            <a:r>
              <a:rPr lang="en-US"/>
              <a:t>data types</a:t>
            </a:r>
          </a:p>
          <a:p>
            <a:r>
              <a:rPr lang="en-US"/>
              <a:t>User Input</a:t>
            </a:r>
            <a:endParaRPr lang="en-US" dirty="0"/>
          </a:p>
        </p:txBody>
      </p:sp>
    </p:spTree>
    <p:extLst>
      <p:ext uri="{BB962C8B-B14F-4D97-AF65-F5344CB8AC3E}">
        <p14:creationId xmlns:p14="http://schemas.microsoft.com/office/powerpoint/2010/main" val="830997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Paired programming</a:t>
            </a:r>
            <a:endParaRPr lang="en-US" dirty="0"/>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5011118"/>
          </a:xfrm>
        </p:spPr>
        <p:txBody>
          <a:bodyPr vert="horz" lIns="91440" tIns="45720" rIns="91440" bIns="45720" rtlCol="0" anchor="t">
            <a:normAutofit fontScale="92500" lnSpcReduction="20000"/>
          </a:bodyPr>
          <a:lstStyle/>
          <a:p>
            <a:r>
              <a:rPr lang="en-US"/>
              <a:t>Tasks</a:t>
            </a:r>
            <a:endParaRPr lang="en-US" dirty="0"/>
          </a:p>
          <a:p>
            <a:pPr lvl="1"/>
            <a:r>
              <a:rPr lang="en-US" dirty="0"/>
              <a:t>List</a:t>
            </a:r>
          </a:p>
          <a:p>
            <a:pPr lvl="2"/>
            <a:r>
              <a:rPr lang="en-US" dirty="0"/>
              <a:t>Create a new, empty list</a:t>
            </a:r>
          </a:p>
          <a:p>
            <a:pPr lvl="2"/>
            <a:r>
              <a:rPr lang="en-US" dirty="0"/>
              <a:t>Add 2 entries to the list</a:t>
            </a:r>
          </a:p>
          <a:p>
            <a:pPr lvl="2"/>
            <a:r>
              <a:rPr lang="en-US" dirty="0"/>
              <a:t>Change the second entry</a:t>
            </a:r>
          </a:p>
          <a:p>
            <a:pPr lvl="2"/>
            <a:r>
              <a:rPr lang="en-US" dirty="0"/>
              <a:t>Remove the second entry</a:t>
            </a:r>
          </a:p>
          <a:p>
            <a:pPr lvl="2"/>
            <a:r>
              <a:rPr lang="en-US" dirty="0"/>
              <a:t>Create a new list and initialize it with 3 entries</a:t>
            </a:r>
          </a:p>
          <a:p>
            <a:pPr lvl="2"/>
            <a:r>
              <a:rPr lang="en-US" dirty="0"/>
              <a:t>Modify the last entry in the new list</a:t>
            </a:r>
          </a:p>
          <a:p>
            <a:pPr lvl="2"/>
            <a:r>
              <a:rPr lang="en-US" dirty="0"/>
              <a:t>Access the first entry in the new list</a:t>
            </a:r>
          </a:p>
          <a:p>
            <a:pPr lvl="1"/>
            <a:r>
              <a:rPr lang="en-US" dirty="0"/>
              <a:t>Dictionaries</a:t>
            </a:r>
          </a:p>
          <a:p>
            <a:pPr lvl="2"/>
            <a:r>
              <a:rPr lang="en-US" dirty="0"/>
              <a:t>Create a new dictionary with initialized data, let’s make a phone book</a:t>
            </a:r>
          </a:p>
          <a:p>
            <a:pPr lvl="2"/>
            <a:r>
              <a:rPr lang="en-US" dirty="0"/>
              <a:t>Access an entry</a:t>
            </a:r>
          </a:p>
          <a:p>
            <a:pPr lvl="2"/>
            <a:r>
              <a:rPr lang="en-US" dirty="0"/>
              <a:t>Modify a phone number</a:t>
            </a:r>
          </a:p>
          <a:p>
            <a:pPr lvl="2"/>
            <a:r>
              <a:rPr lang="en-US" dirty="0"/>
              <a:t>Remove an entry</a:t>
            </a:r>
          </a:p>
          <a:p>
            <a:pPr lvl="2"/>
            <a:r>
              <a:rPr lang="en-US" dirty="0"/>
              <a:t>Add a new entry</a:t>
            </a:r>
          </a:p>
          <a:p>
            <a:pPr marL="457200" lvl="2" indent="0">
              <a:buNone/>
            </a:pPr>
            <a:endParaRPr lang="en-US" dirty="0"/>
          </a:p>
          <a:p>
            <a:pPr lvl="2"/>
            <a:endParaRPr lang="en-US" dirty="0"/>
          </a:p>
        </p:txBody>
      </p:sp>
    </p:spTree>
    <p:extLst>
      <p:ext uri="{BB962C8B-B14F-4D97-AF65-F5344CB8AC3E}">
        <p14:creationId xmlns:p14="http://schemas.microsoft.com/office/powerpoint/2010/main" val="746972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dirty="0"/>
              <a:t>Last Week – Assigned Reading</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Can anyone describe "divide and conquer?"</a:t>
            </a:r>
          </a:p>
          <a:p>
            <a:r>
              <a:rPr lang="en-US" dirty="0"/>
              <a:t>Can anyone describe why modules are important?</a:t>
            </a:r>
          </a:p>
          <a:p>
            <a:endParaRPr lang="en-US" dirty="0"/>
          </a:p>
        </p:txBody>
      </p:sp>
      <p:pic>
        <p:nvPicPr>
          <p:cNvPr id="11" name="Picture 11" descr="A screenshot of a cell phone&#10;&#10;Description automatically generated">
            <a:extLst>
              <a:ext uri="{FF2B5EF4-FFF2-40B4-BE49-F238E27FC236}">
                <a16:creationId xmlns:a16="http://schemas.microsoft.com/office/drawing/2014/main" id="{6D1F8C0C-6DC3-4A53-89E4-F31AE803855B}"/>
              </a:ext>
            </a:extLst>
          </p:cNvPr>
          <p:cNvPicPr>
            <a:picLocks noChangeAspect="1"/>
          </p:cNvPicPr>
          <p:nvPr/>
        </p:nvPicPr>
        <p:blipFill>
          <a:blip r:embed="rId2"/>
          <a:stretch>
            <a:fillRect/>
          </a:stretch>
        </p:blipFill>
        <p:spPr>
          <a:xfrm>
            <a:off x="3747477" y="2641014"/>
            <a:ext cx="4284003" cy="4063794"/>
          </a:xfrm>
          <a:prstGeom prst="rect">
            <a:avLst/>
          </a:prstGeom>
        </p:spPr>
      </p:pic>
      <p:sp>
        <p:nvSpPr>
          <p:cNvPr id="12" name="Rectangle 11">
            <a:extLst>
              <a:ext uri="{FF2B5EF4-FFF2-40B4-BE49-F238E27FC236}">
                <a16:creationId xmlns:a16="http://schemas.microsoft.com/office/drawing/2014/main" id="{CF97C5AB-99C6-437C-B2DB-5A3F7C1729C7}"/>
              </a:ext>
            </a:extLst>
          </p:cNvPr>
          <p:cNvSpPr/>
          <p:nvPr/>
        </p:nvSpPr>
        <p:spPr>
          <a:xfrm>
            <a:off x="3302420" y="2569388"/>
            <a:ext cx="5166598" cy="41354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780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dirty="0"/>
              <a:t>Last Week – Assigned Reading</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Benefits of Modules</a:t>
            </a:r>
          </a:p>
          <a:p>
            <a:pPr lvl="1" indent="-342900"/>
            <a:r>
              <a:rPr lang="en-US" dirty="0"/>
              <a:t>Simpler code</a:t>
            </a:r>
          </a:p>
          <a:p>
            <a:pPr lvl="1" indent="-342900"/>
            <a:r>
              <a:rPr lang="en-US" dirty="0"/>
              <a:t>Code reuse</a:t>
            </a:r>
          </a:p>
          <a:p>
            <a:pPr lvl="1" indent="-342900"/>
            <a:r>
              <a:rPr lang="en-US" dirty="0"/>
              <a:t>Easier testing</a:t>
            </a:r>
          </a:p>
          <a:p>
            <a:pPr lvl="1" indent="-342900"/>
            <a:r>
              <a:rPr lang="en-US" dirty="0"/>
              <a:t>Easier maintenance</a:t>
            </a:r>
          </a:p>
          <a:p>
            <a:pPr lvl="1" indent="-342900"/>
            <a:r>
              <a:rPr lang="en-US" dirty="0"/>
              <a:t>Faster development</a:t>
            </a:r>
          </a:p>
          <a:p>
            <a:pPr lvl="1" indent="-342900"/>
            <a:r>
              <a:rPr lang="en-US" dirty="0"/>
              <a:t>Better teamwork</a:t>
            </a:r>
          </a:p>
          <a:p>
            <a:endParaRPr lang="en-US" dirty="0"/>
          </a:p>
        </p:txBody>
      </p:sp>
      <p:sp>
        <p:nvSpPr>
          <p:cNvPr id="10" name="Rectangle 9">
            <a:extLst>
              <a:ext uri="{FF2B5EF4-FFF2-40B4-BE49-F238E27FC236}">
                <a16:creationId xmlns:a16="http://schemas.microsoft.com/office/drawing/2014/main" id="{A6C69913-6E66-4EF9-912E-4787D37F112A}"/>
              </a:ext>
            </a:extLst>
          </p:cNvPr>
          <p:cNvSpPr/>
          <p:nvPr/>
        </p:nvSpPr>
        <p:spPr>
          <a:xfrm>
            <a:off x="1847066" y="2066526"/>
            <a:ext cx="2360705" cy="24828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1257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dirty="0"/>
              <a:t>Last Week – Assigned Reading</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Local Variables</a:t>
            </a:r>
          </a:p>
          <a:p>
            <a:pPr lvl="1" indent="-342900"/>
            <a:r>
              <a:rPr lang="en-US" dirty="0"/>
              <a:t>A variable inside a module is called a local variable</a:t>
            </a:r>
          </a:p>
          <a:p>
            <a:pPr lvl="1" indent="-342900"/>
            <a:r>
              <a:rPr lang="en-US" dirty="0"/>
              <a:t>Local variables can only be accessed inside the module they're declared in</a:t>
            </a:r>
          </a:p>
          <a:p>
            <a:pPr lvl="1"/>
            <a:r>
              <a:rPr lang="en-US" dirty="0"/>
              <a:t>Can anyone describe scope</a:t>
            </a:r>
            <a:r>
              <a:rPr lang="en-US"/>
              <a:t>? </a:t>
            </a:r>
          </a:p>
          <a:p>
            <a:pPr lvl="2"/>
            <a:r>
              <a:rPr lang="en-US"/>
              <a:t>Answer</a:t>
            </a:r>
            <a:r>
              <a:rPr lang="en-US" dirty="0"/>
              <a:t>: </a:t>
            </a:r>
            <a:r>
              <a:rPr lang="en-US" dirty="0">
                <a:ea typeface="+mn-lt"/>
                <a:cs typeface="+mn-lt"/>
              </a:rPr>
              <a:t>describes the part of a program in which a variable may be accessed</a:t>
            </a:r>
            <a:endParaRPr lang="en-US" dirty="0"/>
          </a:p>
          <a:p>
            <a:pPr lvl="1" indent="-342900"/>
            <a:endParaRPr lang="en-US" dirty="0"/>
          </a:p>
          <a:p>
            <a:pPr lvl="1" indent="-342900"/>
            <a:endParaRPr lang="en-US" dirty="0"/>
          </a:p>
          <a:p>
            <a:endParaRPr lang="en-US" dirty="0"/>
          </a:p>
        </p:txBody>
      </p:sp>
      <p:sp>
        <p:nvSpPr>
          <p:cNvPr id="5" name="Rectangle 4">
            <a:extLst>
              <a:ext uri="{FF2B5EF4-FFF2-40B4-BE49-F238E27FC236}">
                <a16:creationId xmlns:a16="http://schemas.microsoft.com/office/drawing/2014/main" id="{7B16B923-1F9B-4609-AF2C-FA03D25659EE}"/>
              </a:ext>
            </a:extLst>
          </p:cNvPr>
          <p:cNvSpPr/>
          <p:nvPr/>
        </p:nvSpPr>
        <p:spPr>
          <a:xfrm>
            <a:off x="3110306" y="3292198"/>
            <a:ext cx="6403988" cy="4298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4220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dirty="0"/>
              <a:t>Last Week – Assigned Reading</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t>Global Variables</a:t>
            </a:r>
          </a:p>
          <a:p>
            <a:pPr lvl="1" indent="-342900"/>
            <a:r>
              <a:rPr lang="en-US" dirty="0"/>
              <a:t>A variable that's available to all modules in a program</a:t>
            </a:r>
          </a:p>
          <a:p>
            <a:pPr lvl="1" indent="-342900"/>
            <a:r>
              <a:rPr lang="en-US" dirty="0"/>
              <a:t>Generally a bad practice to create global variables</a:t>
            </a:r>
          </a:p>
          <a:p>
            <a:pPr lvl="2"/>
            <a:r>
              <a:rPr lang="en-US" dirty="0"/>
              <a:t>Make programs hard to understand and hard to debug</a:t>
            </a:r>
          </a:p>
          <a:p>
            <a:pPr lvl="1" indent="-342900"/>
            <a:r>
              <a:rPr lang="en-US" dirty="0"/>
              <a:t>Global Constants are okay!</a:t>
            </a:r>
          </a:p>
          <a:p>
            <a:pPr lvl="2"/>
            <a:r>
              <a:rPr lang="en-US" dirty="0">
                <a:ea typeface="+mn-lt"/>
                <a:cs typeface="+mn-lt"/>
              </a:rPr>
              <a:t>Because a global constant’s value cannot be changed during the program’s execution, you do not have to worry about many of the potential hazards that are associated with the use of global variables</a:t>
            </a:r>
            <a:endParaRPr lang="en-US" dirty="0"/>
          </a:p>
          <a:p>
            <a:pPr lvl="2"/>
            <a:r>
              <a:rPr lang="en-US" dirty="0"/>
              <a:t>Example</a:t>
            </a:r>
            <a:r>
              <a:rPr lang="en-US"/>
              <a:t>: the value of PI (3.14)</a:t>
            </a:r>
            <a:endParaRPr lang="en-US" dirty="0"/>
          </a:p>
          <a:p>
            <a:endParaRPr lang="en-US" dirty="0"/>
          </a:p>
        </p:txBody>
      </p:sp>
    </p:spTree>
    <p:extLst>
      <p:ext uri="{BB962C8B-B14F-4D97-AF65-F5344CB8AC3E}">
        <p14:creationId xmlns:p14="http://schemas.microsoft.com/office/powerpoint/2010/main" val="356878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CBF7-69F7-7B44-ABCE-F80D6130EA7B}"/>
              </a:ext>
            </a:extLst>
          </p:cNvPr>
          <p:cNvSpPr>
            <a:spLocks noGrp="1"/>
          </p:cNvSpPr>
          <p:nvPr>
            <p:ph type="title"/>
          </p:nvPr>
        </p:nvSpPr>
        <p:spPr>
          <a:xfrm>
            <a:off x="1143000" y="153192"/>
            <a:ext cx="10515600" cy="1325563"/>
          </a:xfrm>
        </p:spPr>
        <p:txBody>
          <a:bodyPr/>
          <a:lstStyle/>
          <a:p>
            <a:r>
              <a:rPr lang="en-US" dirty="0"/>
              <a:t>Last Week – Assigned Reading</a:t>
            </a:r>
          </a:p>
        </p:txBody>
      </p:sp>
      <p:sp>
        <p:nvSpPr>
          <p:cNvPr id="3" name="Content Placeholder 2">
            <a:extLst>
              <a:ext uri="{FF2B5EF4-FFF2-40B4-BE49-F238E27FC236}">
                <a16:creationId xmlns:a16="http://schemas.microsoft.com/office/drawing/2014/main" id="{1095E837-F77E-AE4D-944C-919B5D780AAA}"/>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dirty="0">
                <a:ea typeface="+mn-lt"/>
                <a:cs typeface="+mn-lt"/>
              </a:rPr>
              <a:t>Passing Data</a:t>
            </a:r>
          </a:p>
          <a:p>
            <a:pPr lvl="1"/>
            <a:r>
              <a:rPr lang="en-US" dirty="0">
                <a:ea typeface="+mn-lt"/>
                <a:cs typeface="+mn-lt"/>
              </a:rPr>
              <a:t>Pieces of data that are sent into a module are known as arguments</a:t>
            </a:r>
            <a:endParaRPr lang="en-US" dirty="0"/>
          </a:p>
          <a:p>
            <a:pPr lvl="1"/>
            <a:r>
              <a:rPr lang="en-US" dirty="0">
                <a:ea typeface="+mn-lt"/>
                <a:cs typeface="+mn-lt"/>
              </a:rPr>
              <a:t>A special variable that receives an argument when a module is called a parameter</a:t>
            </a:r>
            <a:endParaRPr lang="en-US" dirty="0"/>
          </a:p>
          <a:p>
            <a:pPr lvl="1"/>
            <a:endParaRPr lang="en-US" dirty="0"/>
          </a:p>
        </p:txBody>
      </p:sp>
      <p:sp>
        <p:nvSpPr>
          <p:cNvPr id="6" name="Rectangle 5">
            <a:extLst>
              <a:ext uri="{FF2B5EF4-FFF2-40B4-BE49-F238E27FC236}">
                <a16:creationId xmlns:a16="http://schemas.microsoft.com/office/drawing/2014/main" id="{8D3881AF-2AF0-4DF1-977D-DEFDD2FCFF0A}"/>
              </a:ext>
            </a:extLst>
          </p:cNvPr>
          <p:cNvSpPr/>
          <p:nvPr/>
        </p:nvSpPr>
        <p:spPr>
          <a:xfrm>
            <a:off x="7602245" y="2075170"/>
            <a:ext cx="1240116" cy="418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5D9FE73-3240-4541-BA18-9018D3F5BAA8}"/>
              </a:ext>
            </a:extLst>
          </p:cNvPr>
          <p:cNvSpPr/>
          <p:nvPr/>
        </p:nvSpPr>
        <p:spPr>
          <a:xfrm>
            <a:off x="9168019" y="2553288"/>
            <a:ext cx="1494116" cy="2689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2982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242" y="1488142"/>
            <a:ext cx="8596668" cy="3880773"/>
          </a:xfrm>
        </p:spPr>
        <p:txBody>
          <a:bodyPr vert="horz" lIns="91440" tIns="45720" rIns="91440" bIns="45720" rtlCol="0" anchor="t">
            <a:normAutofit/>
          </a:bodyPr>
          <a:lstStyle/>
          <a:p>
            <a:r>
              <a:rPr lang="en-US" dirty="0"/>
              <a:t>Conditionals</a:t>
            </a:r>
          </a:p>
          <a:p>
            <a:pPr lvl="1"/>
            <a:r>
              <a:rPr lang="en-US" dirty="0"/>
              <a:t>Testing equality</a:t>
            </a:r>
          </a:p>
          <a:p>
            <a:pPr lvl="1"/>
            <a:r>
              <a:rPr lang="en-US" dirty="0"/>
              <a:t>If/</a:t>
            </a:r>
            <a:r>
              <a:rPr lang="en-US" dirty="0" err="1"/>
              <a:t>elif</a:t>
            </a:r>
            <a:r>
              <a:rPr lang="en-US" dirty="0"/>
              <a:t>/else</a:t>
            </a:r>
          </a:p>
        </p:txBody>
      </p:sp>
    </p:spTree>
    <p:extLst>
      <p:ext uri="{BB962C8B-B14F-4D97-AF65-F5344CB8AC3E}">
        <p14:creationId xmlns:p14="http://schemas.microsoft.com/office/powerpoint/2010/main" val="2117440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pic>
        <p:nvPicPr>
          <p:cNvPr id="4" name="Picture 4" descr="A screenshot of a cell phone&#10;&#10;Description automatically generated">
            <a:extLst>
              <a:ext uri="{FF2B5EF4-FFF2-40B4-BE49-F238E27FC236}">
                <a16:creationId xmlns:a16="http://schemas.microsoft.com/office/drawing/2014/main" id="{4EE4A1E1-9F40-40B9-BE46-A40DEE1C7756}"/>
              </a:ext>
            </a:extLst>
          </p:cNvPr>
          <p:cNvPicPr>
            <a:picLocks noChangeAspect="1"/>
          </p:cNvPicPr>
          <p:nvPr/>
        </p:nvPicPr>
        <p:blipFill>
          <a:blip r:embed="rId2"/>
          <a:stretch>
            <a:fillRect/>
          </a:stretch>
        </p:blipFill>
        <p:spPr>
          <a:xfrm>
            <a:off x="3521636" y="1177575"/>
            <a:ext cx="5148728" cy="2601785"/>
          </a:xfrm>
          <a:prstGeom prst="rect">
            <a:avLst/>
          </a:prstGeom>
        </p:spPr>
      </p:pic>
      <p:pic>
        <p:nvPicPr>
          <p:cNvPr id="5" name="Picture 5" descr="A screenshot of a cell phone&#10;&#10;Description automatically generated">
            <a:extLst>
              <a:ext uri="{FF2B5EF4-FFF2-40B4-BE49-F238E27FC236}">
                <a16:creationId xmlns:a16="http://schemas.microsoft.com/office/drawing/2014/main" id="{CC33AD93-8584-4C73-ACD1-137E417FEDC1}"/>
              </a:ext>
            </a:extLst>
          </p:cNvPr>
          <p:cNvPicPr>
            <a:picLocks noChangeAspect="1"/>
          </p:cNvPicPr>
          <p:nvPr/>
        </p:nvPicPr>
        <p:blipFill>
          <a:blip r:embed="rId3"/>
          <a:stretch>
            <a:fillRect/>
          </a:stretch>
        </p:blipFill>
        <p:spPr>
          <a:xfrm>
            <a:off x="3062195" y="3924916"/>
            <a:ext cx="6067610" cy="2207761"/>
          </a:xfrm>
          <a:prstGeom prst="rect">
            <a:avLst/>
          </a:prstGeom>
        </p:spPr>
      </p:pic>
      <p:sp>
        <p:nvSpPr>
          <p:cNvPr id="3" name="TextBox 2">
            <a:extLst>
              <a:ext uri="{FF2B5EF4-FFF2-40B4-BE49-F238E27FC236}">
                <a16:creationId xmlns:a16="http://schemas.microsoft.com/office/drawing/2014/main" id="{503A0712-2929-48A9-8608-1C6DF711DA5F}"/>
              </a:ext>
            </a:extLst>
          </p:cNvPr>
          <p:cNvSpPr txBox="1"/>
          <p:nvPr/>
        </p:nvSpPr>
        <p:spPr>
          <a:xfrm>
            <a:off x="3511067" y="6216134"/>
            <a:ext cx="5774979" cy="369332"/>
          </a:xfrm>
          <a:prstGeom prst="rect">
            <a:avLst/>
          </a:prstGeom>
          <a:noFill/>
        </p:spPr>
        <p:txBody>
          <a:bodyPr wrap="none" rtlCol="0">
            <a:spAutoFit/>
          </a:bodyPr>
          <a:lstStyle/>
          <a:p>
            <a:r>
              <a:rPr lang="en-US">
                <a:hlinkClick r:id="rId4"/>
              </a:rPr>
              <a:t>https://www.w3schools.com/python/python_operators.asp</a:t>
            </a:r>
            <a:endParaRPr lang="en-US"/>
          </a:p>
        </p:txBody>
      </p:sp>
    </p:spTree>
    <p:extLst>
      <p:ext uri="{BB962C8B-B14F-4D97-AF65-F5344CB8AC3E}">
        <p14:creationId xmlns:p14="http://schemas.microsoft.com/office/powerpoint/2010/main" val="2451915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242" y="1488142"/>
            <a:ext cx="8596668" cy="3880773"/>
          </a:xfrm>
        </p:spPr>
        <p:txBody>
          <a:bodyPr vert="horz" lIns="91440" tIns="45720" rIns="91440" bIns="45720" rtlCol="0" anchor="t">
            <a:normAutofit/>
          </a:bodyPr>
          <a:lstStyle/>
          <a:p>
            <a:r>
              <a:rPr lang="en-US" dirty="0"/>
              <a:t>Testing Equality/Inequality</a:t>
            </a:r>
          </a:p>
          <a:p>
            <a:pPr lvl="1"/>
            <a:r>
              <a:rPr lang="en-US" dirty="0"/>
              <a:t>Use the '==' notation to determine if something (value, variable) equals something else</a:t>
            </a:r>
          </a:p>
          <a:p>
            <a:pPr lvl="1"/>
            <a:r>
              <a:rPr lang="en-US" dirty="0"/>
              <a:t>Use the '!=' notation to determine if something is not equal</a:t>
            </a:r>
          </a:p>
          <a:p>
            <a:pPr lvl="1"/>
            <a:endParaRPr lang="en-US" dirty="0"/>
          </a:p>
        </p:txBody>
      </p:sp>
      <p:pic>
        <p:nvPicPr>
          <p:cNvPr id="4" name="Picture 4" descr="Screen of a cell phone&#10;&#10;Description automatically generated">
            <a:extLst>
              <a:ext uri="{FF2B5EF4-FFF2-40B4-BE49-F238E27FC236}">
                <a16:creationId xmlns:a16="http://schemas.microsoft.com/office/drawing/2014/main" id="{C2A73B43-63A2-4348-8210-E243D932F19A}"/>
              </a:ext>
            </a:extLst>
          </p:cNvPr>
          <p:cNvPicPr>
            <a:picLocks noChangeAspect="1"/>
          </p:cNvPicPr>
          <p:nvPr/>
        </p:nvPicPr>
        <p:blipFill rotWithShape="1">
          <a:blip r:embed="rId2"/>
          <a:srcRect b="6204"/>
          <a:stretch/>
        </p:blipFill>
        <p:spPr>
          <a:xfrm>
            <a:off x="1329564" y="3264634"/>
            <a:ext cx="2493056" cy="3604265"/>
          </a:xfrm>
          <a:prstGeom prst="rect">
            <a:avLst/>
          </a:prstGeom>
        </p:spPr>
      </p:pic>
      <p:pic>
        <p:nvPicPr>
          <p:cNvPr id="5" name="Picture 5" descr="A screenshot of a cell phone&#10;&#10;Description automatically generated">
            <a:extLst>
              <a:ext uri="{FF2B5EF4-FFF2-40B4-BE49-F238E27FC236}">
                <a16:creationId xmlns:a16="http://schemas.microsoft.com/office/drawing/2014/main" id="{98C6B8A0-0890-43EE-AFC9-F0CA42B6C48F}"/>
              </a:ext>
            </a:extLst>
          </p:cNvPr>
          <p:cNvPicPr>
            <a:picLocks noChangeAspect="1"/>
          </p:cNvPicPr>
          <p:nvPr/>
        </p:nvPicPr>
        <p:blipFill rotWithShape="1">
          <a:blip r:embed="rId3"/>
          <a:srcRect t="4336" b="6204"/>
          <a:stretch/>
        </p:blipFill>
        <p:spPr>
          <a:xfrm>
            <a:off x="4051792" y="3264634"/>
            <a:ext cx="2673960" cy="3555318"/>
          </a:xfrm>
          <a:prstGeom prst="rect">
            <a:avLst/>
          </a:prstGeom>
        </p:spPr>
      </p:pic>
      <p:pic>
        <p:nvPicPr>
          <p:cNvPr id="7" name="Picture 7" descr="A close up of a sign&#10;&#10;Description automatically generated">
            <a:extLst>
              <a:ext uri="{FF2B5EF4-FFF2-40B4-BE49-F238E27FC236}">
                <a16:creationId xmlns:a16="http://schemas.microsoft.com/office/drawing/2014/main" id="{F2A7909D-8AC4-41D4-81B5-35989785D616}"/>
              </a:ext>
            </a:extLst>
          </p:cNvPr>
          <p:cNvPicPr>
            <a:picLocks noChangeAspect="1"/>
          </p:cNvPicPr>
          <p:nvPr/>
        </p:nvPicPr>
        <p:blipFill>
          <a:blip r:embed="rId4"/>
          <a:stretch>
            <a:fillRect/>
          </a:stretch>
        </p:blipFill>
        <p:spPr>
          <a:xfrm>
            <a:off x="7433298" y="3333207"/>
            <a:ext cx="2659404" cy="2458535"/>
          </a:xfrm>
          <a:prstGeom prst="rect">
            <a:avLst/>
          </a:prstGeom>
        </p:spPr>
      </p:pic>
    </p:spTree>
    <p:extLst>
      <p:ext uri="{BB962C8B-B14F-4D97-AF65-F5344CB8AC3E}">
        <p14:creationId xmlns:p14="http://schemas.microsoft.com/office/powerpoint/2010/main" val="1624642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Paired Programming</a:t>
            </a:r>
            <a:endParaRPr lang="en-US" dirty="0"/>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Tasks</a:t>
            </a:r>
            <a:endParaRPr lang="en-US" dirty="0"/>
          </a:p>
          <a:p>
            <a:pPr marL="571500" lvl="1" indent="-342900">
              <a:buAutoNum type="arabicPeriod"/>
            </a:pPr>
            <a:r>
              <a:rPr lang="en-US" dirty="0"/>
              <a:t>Define 2 integer variables of different value, then display if one is equal to the other</a:t>
            </a:r>
          </a:p>
          <a:p>
            <a:pPr marL="571500" lvl="1" indent="-342900">
              <a:buAutoNum type="arabicPeriod"/>
            </a:pPr>
            <a:r>
              <a:rPr lang="en-US" dirty="0"/>
              <a:t>Using the previous variables, display if they are different</a:t>
            </a:r>
          </a:p>
          <a:p>
            <a:pPr marL="571500" lvl="1" indent="-342900">
              <a:buAutoNum type="arabicPeriod"/>
            </a:pPr>
            <a:r>
              <a:rPr lang="en-US" dirty="0"/>
              <a:t>Using the previous variables, display if one is greater than the other</a:t>
            </a:r>
          </a:p>
          <a:p>
            <a:pPr marL="571500" lvl="1" indent="-342900">
              <a:buAutoNum type="arabicPeriod"/>
            </a:pPr>
            <a:r>
              <a:rPr lang="en-US" dirty="0"/>
              <a:t>Using the previous variables, display if one is less than the other</a:t>
            </a:r>
          </a:p>
          <a:p>
            <a:pPr marL="571500" lvl="1" indent="-342900">
              <a:buAutoNum type="arabicPeriod"/>
            </a:pPr>
            <a:r>
              <a:rPr lang="en-US" dirty="0"/>
              <a:t>Using the previous variables, display if one is greater than or equal to the other</a:t>
            </a:r>
          </a:p>
        </p:txBody>
      </p:sp>
    </p:spTree>
    <p:extLst>
      <p:ext uri="{BB962C8B-B14F-4D97-AF65-F5344CB8AC3E}">
        <p14:creationId xmlns:p14="http://schemas.microsoft.com/office/powerpoint/2010/main" val="4059676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242" y="1488142"/>
            <a:ext cx="8596668" cy="3880773"/>
          </a:xfrm>
        </p:spPr>
        <p:txBody>
          <a:bodyPr vert="horz" lIns="91440" tIns="45720" rIns="91440" bIns="45720" rtlCol="0" anchor="t">
            <a:normAutofit/>
          </a:bodyPr>
          <a:lstStyle/>
          <a:p>
            <a:r>
              <a:rPr lang="en-US" dirty="0"/>
              <a:t>If/</a:t>
            </a:r>
            <a:r>
              <a:rPr lang="en-US" dirty="0" err="1"/>
              <a:t>elif</a:t>
            </a:r>
            <a:r>
              <a:rPr lang="en-US" dirty="0"/>
              <a:t>/else statements</a:t>
            </a:r>
          </a:p>
          <a:p>
            <a:pPr lvl="1"/>
            <a:r>
              <a:rPr lang="en-US" dirty="0"/>
              <a:t>They are a control structure that allow the program to branch or implement conditional execution</a:t>
            </a:r>
          </a:p>
          <a:p>
            <a:pPr lvl="1"/>
            <a:endParaRPr lang="en-US" dirty="0"/>
          </a:p>
        </p:txBody>
      </p:sp>
      <p:pic>
        <p:nvPicPr>
          <p:cNvPr id="5" name="Picture 4" descr="A picture containing bird&#10;&#10;Description automatically generated">
            <a:extLst>
              <a:ext uri="{FF2B5EF4-FFF2-40B4-BE49-F238E27FC236}">
                <a16:creationId xmlns:a16="http://schemas.microsoft.com/office/drawing/2014/main" id="{F18A3049-F28A-4FC3-89E0-8FE879EF4191}"/>
              </a:ext>
            </a:extLst>
          </p:cNvPr>
          <p:cNvPicPr>
            <a:picLocks noChangeAspect="1"/>
          </p:cNvPicPr>
          <p:nvPr/>
        </p:nvPicPr>
        <p:blipFill>
          <a:blip r:embed="rId2"/>
          <a:stretch>
            <a:fillRect/>
          </a:stretch>
        </p:blipFill>
        <p:spPr>
          <a:xfrm>
            <a:off x="2703606" y="3110563"/>
            <a:ext cx="6784788" cy="3534289"/>
          </a:xfrm>
          <a:prstGeom prst="rect">
            <a:avLst/>
          </a:prstGeom>
        </p:spPr>
      </p:pic>
    </p:spTree>
    <p:extLst>
      <p:ext uri="{BB962C8B-B14F-4D97-AF65-F5344CB8AC3E}">
        <p14:creationId xmlns:p14="http://schemas.microsoft.com/office/powerpoint/2010/main" val="3606642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242" y="1488142"/>
            <a:ext cx="8596668" cy="3880773"/>
          </a:xfrm>
        </p:spPr>
        <p:txBody>
          <a:bodyPr vert="horz" lIns="91440" tIns="45720" rIns="91440" bIns="45720" rtlCol="0" anchor="t">
            <a:normAutofit/>
          </a:bodyPr>
          <a:lstStyle/>
          <a:p>
            <a:r>
              <a:rPr lang="en-US" dirty="0"/>
              <a:t>If/</a:t>
            </a:r>
            <a:r>
              <a:rPr lang="en-US" dirty="0" err="1"/>
              <a:t>elif</a:t>
            </a:r>
            <a:r>
              <a:rPr lang="en-US" dirty="0"/>
              <a:t>/else statements</a:t>
            </a:r>
          </a:p>
          <a:p>
            <a:pPr lvl="1"/>
            <a:r>
              <a:rPr lang="en-US"/>
              <a:t>Ex: movie ticket prices have child, adult, and senior admission. You wouldn’t want to write a separate program for each of these. If statements allow you to do it in one program</a:t>
            </a:r>
          </a:p>
          <a:p>
            <a:pPr marL="457200" lvl="1" indent="0">
              <a:buNone/>
            </a:pPr>
            <a:endParaRPr lang="en-US" dirty="0"/>
          </a:p>
        </p:txBody>
      </p:sp>
      <p:pic>
        <p:nvPicPr>
          <p:cNvPr id="5" name="Picture 6" descr="A close up of a screen&#10;&#10;Description automatically generated">
            <a:extLst>
              <a:ext uri="{FF2B5EF4-FFF2-40B4-BE49-F238E27FC236}">
                <a16:creationId xmlns:a16="http://schemas.microsoft.com/office/drawing/2014/main" id="{4B4FEC8F-6CC0-435B-92F6-4E6ADB086962}"/>
              </a:ext>
            </a:extLst>
          </p:cNvPr>
          <p:cNvPicPr>
            <a:picLocks noChangeAspect="1"/>
          </p:cNvPicPr>
          <p:nvPr/>
        </p:nvPicPr>
        <p:blipFill rotWithShape="1">
          <a:blip r:embed="rId2"/>
          <a:srcRect l="2661"/>
          <a:stretch/>
        </p:blipFill>
        <p:spPr>
          <a:xfrm>
            <a:off x="1797666" y="3347266"/>
            <a:ext cx="8596668" cy="3128059"/>
          </a:xfrm>
          <a:prstGeom prst="rect">
            <a:avLst/>
          </a:prstGeom>
        </p:spPr>
      </p:pic>
    </p:spTree>
    <p:extLst>
      <p:ext uri="{BB962C8B-B14F-4D97-AF65-F5344CB8AC3E}">
        <p14:creationId xmlns:p14="http://schemas.microsoft.com/office/powerpoint/2010/main" val="2603811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242" y="162579"/>
            <a:ext cx="10515600" cy="1325563"/>
          </a:xfrm>
        </p:spPr>
        <p:txBody>
          <a:bodyPr/>
          <a:lstStyle/>
          <a:p>
            <a:r>
              <a:rPr lang="en-US" dirty="0"/>
              <a:t>Let’s Jump In</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242" y="1488142"/>
            <a:ext cx="8596668" cy="3880773"/>
          </a:xfrm>
        </p:spPr>
        <p:txBody>
          <a:bodyPr vert="horz" lIns="91440" tIns="45720" rIns="91440" bIns="45720" rtlCol="0" anchor="t">
            <a:normAutofit/>
          </a:bodyPr>
          <a:lstStyle/>
          <a:p>
            <a:r>
              <a:rPr lang="en-US" dirty="0"/>
              <a:t>If/</a:t>
            </a:r>
            <a:r>
              <a:rPr lang="en-US" dirty="0" err="1"/>
              <a:t>elif</a:t>
            </a:r>
            <a:r>
              <a:rPr lang="en-US" dirty="0"/>
              <a:t>/else statements</a:t>
            </a:r>
          </a:p>
          <a:p>
            <a:pPr lvl="1"/>
            <a:r>
              <a:rPr lang="en-US" dirty="0"/>
              <a:t>Combining conditionals</a:t>
            </a:r>
          </a:p>
          <a:p>
            <a:pPr lvl="2"/>
            <a:r>
              <a:rPr lang="en-US" dirty="0"/>
              <a:t>Use 'and' and 'or' to have multiple conditions</a:t>
            </a:r>
          </a:p>
          <a:p>
            <a:pPr lvl="2"/>
            <a:r>
              <a:rPr lang="en-US" dirty="0"/>
              <a:t>Use 'not' to reverse condition</a:t>
            </a:r>
          </a:p>
          <a:p>
            <a:pPr lvl="1"/>
            <a:endParaRPr lang="en-US" dirty="0"/>
          </a:p>
        </p:txBody>
      </p:sp>
      <p:pic>
        <p:nvPicPr>
          <p:cNvPr id="4" name="Picture 4" descr="A picture containing clock, mounted, street, large&#10;&#10;Description automatically generated">
            <a:extLst>
              <a:ext uri="{FF2B5EF4-FFF2-40B4-BE49-F238E27FC236}">
                <a16:creationId xmlns:a16="http://schemas.microsoft.com/office/drawing/2014/main" id="{30EC191B-3BF8-47B4-B45C-3DAF709CCFE0}"/>
              </a:ext>
            </a:extLst>
          </p:cNvPr>
          <p:cNvPicPr>
            <a:picLocks noChangeAspect="1"/>
          </p:cNvPicPr>
          <p:nvPr/>
        </p:nvPicPr>
        <p:blipFill>
          <a:blip r:embed="rId2"/>
          <a:stretch>
            <a:fillRect/>
          </a:stretch>
        </p:blipFill>
        <p:spPr>
          <a:xfrm>
            <a:off x="1243106" y="3427782"/>
            <a:ext cx="4775199" cy="1481611"/>
          </a:xfrm>
          <a:prstGeom prst="rect">
            <a:avLst/>
          </a:prstGeom>
        </p:spPr>
      </p:pic>
      <p:pic>
        <p:nvPicPr>
          <p:cNvPr id="5" name="Picture 6" descr="A picture containing screen, monitor, street, bus&#10;&#10;Description automatically generated">
            <a:extLst>
              <a:ext uri="{FF2B5EF4-FFF2-40B4-BE49-F238E27FC236}">
                <a16:creationId xmlns:a16="http://schemas.microsoft.com/office/drawing/2014/main" id="{C89257E1-8984-4C68-B49E-F7CADDFFDD4F}"/>
              </a:ext>
            </a:extLst>
          </p:cNvPr>
          <p:cNvPicPr>
            <a:picLocks noChangeAspect="1"/>
          </p:cNvPicPr>
          <p:nvPr/>
        </p:nvPicPr>
        <p:blipFill>
          <a:blip r:embed="rId3"/>
          <a:stretch>
            <a:fillRect/>
          </a:stretch>
        </p:blipFill>
        <p:spPr>
          <a:xfrm>
            <a:off x="6442635" y="2934678"/>
            <a:ext cx="3774141" cy="2960879"/>
          </a:xfrm>
          <a:prstGeom prst="rect">
            <a:avLst/>
          </a:prstGeom>
        </p:spPr>
      </p:pic>
    </p:spTree>
    <p:extLst>
      <p:ext uri="{BB962C8B-B14F-4D97-AF65-F5344CB8AC3E}">
        <p14:creationId xmlns:p14="http://schemas.microsoft.com/office/powerpoint/2010/main" val="3755306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9D0F1-31A8-934B-8486-B9D3C52E0A02}"/>
              </a:ext>
            </a:extLst>
          </p:cNvPr>
          <p:cNvSpPr>
            <a:spLocks noGrp="1"/>
          </p:cNvSpPr>
          <p:nvPr>
            <p:ph type="title"/>
          </p:nvPr>
        </p:nvSpPr>
        <p:spPr>
          <a:xfrm>
            <a:off x="2231136" y="292339"/>
            <a:ext cx="7729728" cy="1188720"/>
          </a:xfrm>
        </p:spPr>
        <p:txBody>
          <a:bodyPr/>
          <a:lstStyle/>
          <a:p>
            <a:r>
              <a:rPr lang="en-US"/>
              <a:t>Paired Programming</a:t>
            </a:r>
            <a:endParaRPr lang="en-US" dirty="0"/>
          </a:p>
        </p:txBody>
      </p:sp>
      <p:sp>
        <p:nvSpPr>
          <p:cNvPr id="4" name="Content Placeholder 2">
            <a:extLst>
              <a:ext uri="{FF2B5EF4-FFF2-40B4-BE49-F238E27FC236}">
                <a16:creationId xmlns:a16="http://schemas.microsoft.com/office/drawing/2014/main" id="{5C0E649D-E3FD-41FB-BA87-37C62725C740}"/>
              </a:ext>
            </a:extLst>
          </p:cNvPr>
          <p:cNvSpPr>
            <a:spLocks noGrp="1"/>
          </p:cNvSpPr>
          <p:nvPr>
            <p:ph idx="1"/>
          </p:nvPr>
        </p:nvSpPr>
        <p:spPr>
          <a:xfrm>
            <a:off x="1143000" y="1478755"/>
            <a:ext cx="10515600" cy="4351338"/>
          </a:xfrm>
        </p:spPr>
        <p:txBody>
          <a:bodyPr vert="horz" lIns="91440" tIns="45720" rIns="91440" bIns="45720" rtlCol="0" anchor="t">
            <a:normAutofit/>
          </a:bodyPr>
          <a:lstStyle/>
          <a:p>
            <a:r>
              <a:rPr lang="en-US"/>
              <a:t>Tasks</a:t>
            </a:r>
            <a:endParaRPr lang="en-US" dirty="0"/>
          </a:p>
          <a:p>
            <a:pPr marL="571500" lvl="1" indent="-342900">
              <a:buAutoNum type="arabicPeriod"/>
            </a:pPr>
            <a:r>
              <a:rPr lang="en-US" dirty="0"/>
              <a:t>We need to develop a program that determines letter grades based on numeric scores from 0 – 100</a:t>
            </a:r>
            <a:endParaRPr lang="en-US"/>
          </a:p>
          <a:p>
            <a:pPr marL="800100" lvl="2">
              <a:buAutoNum type="arabicPeriod"/>
            </a:pPr>
            <a:r>
              <a:rPr lang="en-US" dirty="0">
                <a:ea typeface="+mn-lt"/>
                <a:cs typeface="+mn-lt"/>
              </a:rPr>
              <a:t>Test cases include inputs of 0:F, 100:A, 55:F, 65:D, 75:C, 85:B, 95:A</a:t>
            </a:r>
          </a:p>
          <a:p>
            <a:pPr marL="571500" lvl="1" indent="-342900">
              <a:buAutoNum type="arabicPeriod"/>
            </a:pPr>
            <a:r>
              <a:rPr lang="en-US" dirty="0"/>
              <a:t>We need to develop a program that given the height &amp; width of 2 rectangles, print the area of the larger rectangle</a:t>
            </a:r>
          </a:p>
          <a:p>
            <a:pPr marL="800100" lvl="2" indent="-285750">
              <a:buAutoNum type="arabicPeriod"/>
            </a:pPr>
            <a:r>
              <a:rPr lang="en-US" dirty="0"/>
              <a:t>Test cases include inputs of (2x2, 2x4), (3x4, 1x5), (3x4, 4x3)</a:t>
            </a:r>
          </a:p>
        </p:txBody>
      </p:sp>
    </p:spTree>
    <p:extLst>
      <p:ext uri="{BB962C8B-B14F-4D97-AF65-F5344CB8AC3E}">
        <p14:creationId xmlns:p14="http://schemas.microsoft.com/office/powerpoint/2010/main" val="104406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B04D-874D-0245-A562-02212EE48CA7}"/>
              </a:ext>
            </a:extLst>
          </p:cNvPr>
          <p:cNvSpPr>
            <a:spLocks noGrp="1"/>
          </p:cNvSpPr>
          <p:nvPr>
            <p:ph type="title"/>
          </p:nvPr>
        </p:nvSpPr>
        <p:spPr>
          <a:xfrm>
            <a:off x="1143499" y="163050"/>
            <a:ext cx="10515600" cy="1325563"/>
          </a:xfrm>
        </p:spPr>
        <p:txBody>
          <a:bodyPr/>
          <a:lstStyle/>
          <a:p>
            <a:r>
              <a:rPr lang="en-US" dirty="0"/>
              <a:t>Homework</a:t>
            </a:r>
          </a:p>
        </p:txBody>
      </p:sp>
      <p:sp>
        <p:nvSpPr>
          <p:cNvPr id="3" name="Content Placeholder 2">
            <a:extLst>
              <a:ext uri="{FF2B5EF4-FFF2-40B4-BE49-F238E27FC236}">
                <a16:creationId xmlns:a16="http://schemas.microsoft.com/office/drawing/2014/main" id="{3713A5A2-1019-0143-BC00-1B8B12D7C198}"/>
              </a:ext>
            </a:extLst>
          </p:cNvPr>
          <p:cNvSpPr>
            <a:spLocks noGrp="1"/>
          </p:cNvSpPr>
          <p:nvPr>
            <p:ph idx="1"/>
          </p:nvPr>
        </p:nvSpPr>
        <p:spPr>
          <a:xfrm>
            <a:off x="1143499" y="1488613"/>
            <a:ext cx="8596668" cy="3880773"/>
          </a:xfrm>
        </p:spPr>
        <p:txBody>
          <a:bodyPr vert="horz" lIns="91440" tIns="45720" rIns="91440" bIns="45720" rtlCol="0" anchor="t">
            <a:normAutofit/>
          </a:bodyPr>
          <a:lstStyle/>
          <a:p>
            <a:r>
              <a:rPr lang="en-US"/>
              <a:t>Read chapter </a:t>
            </a:r>
            <a:r>
              <a:rPr lang="en-US" dirty="0"/>
              <a:t>4 </a:t>
            </a:r>
            <a:endParaRPr lang="en-US"/>
          </a:p>
          <a:p>
            <a:r>
              <a:rPr lang="en-US"/>
              <a:t>Programming Assignment</a:t>
            </a:r>
          </a:p>
          <a:p>
            <a:pPr lvl="1"/>
            <a:r>
              <a:rPr lang="en-US"/>
              <a:t>Hint – you will need to know how to use the % operator </a:t>
            </a:r>
          </a:p>
          <a:p>
            <a:pPr lvl="1"/>
            <a:r>
              <a:rPr lang="en-US"/>
              <a:t>The % operator provides the </a:t>
            </a:r>
            <a:r>
              <a:rPr lang="en-US" u="sng"/>
              <a:t>remainder</a:t>
            </a:r>
            <a:r>
              <a:rPr lang="en-US"/>
              <a:t> after division</a:t>
            </a:r>
          </a:p>
          <a:p>
            <a:pPr lvl="2"/>
            <a:r>
              <a:rPr lang="en-US"/>
              <a:t>Ex: 9 % 3 will output 0</a:t>
            </a:r>
          </a:p>
          <a:p>
            <a:pPr lvl="2"/>
            <a:r>
              <a:rPr lang="en-US"/>
              <a:t>Ex: 10 % 3 will output 1</a:t>
            </a:r>
            <a:endParaRPr lang="en-US" dirty="0"/>
          </a:p>
          <a:p>
            <a:endParaRPr lang="en-US" dirty="0"/>
          </a:p>
          <a:p>
            <a:pPr lvl="1"/>
            <a:endParaRPr lang="en-US" dirty="0"/>
          </a:p>
          <a:p>
            <a:pPr lvl="1"/>
            <a:endParaRPr lang="en-US" dirty="0"/>
          </a:p>
          <a:p>
            <a:endParaRPr lang="en-US" dirty="0"/>
          </a:p>
          <a:p>
            <a:pPr lvl="1"/>
            <a:endParaRPr lang="en-US" dirty="0"/>
          </a:p>
        </p:txBody>
      </p:sp>
    </p:spTree>
    <p:extLst>
      <p:ext uri="{BB962C8B-B14F-4D97-AF65-F5344CB8AC3E}">
        <p14:creationId xmlns:p14="http://schemas.microsoft.com/office/powerpoint/2010/main" val="4962108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1221</TotalTime>
  <Words>680</Words>
  <Application>Microsoft Office PowerPoint</Application>
  <PresentationFormat>Widescreen</PresentationFormat>
  <Paragraphs>96</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Tw Cen MT</vt:lpstr>
      <vt:lpstr>Circuit</vt:lpstr>
      <vt:lpstr>CSC 119:Intro to Programming Lecture 3</vt:lpstr>
      <vt:lpstr>Last Lecture</vt:lpstr>
      <vt:lpstr>Paired programming</vt:lpstr>
      <vt:lpstr>Last Week – Assigned Reading</vt:lpstr>
      <vt:lpstr>Last Week – Assigned Reading</vt:lpstr>
      <vt:lpstr>Last Week – Assigned Reading</vt:lpstr>
      <vt:lpstr>Last Week – Assigned Reading</vt:lpstr>
      <vt:lpstr>Last Week – Assigned Reading</vt:lpstr>
      <vt:lpstr>Let’s Jump In</vt:lpstr>
      <vt:lpstr>Let’s Jump In</vt:lpstr>
      <vt:lpstr>Let’s Jump In</vt:lpstr>
      <vt:lpstr>Paired Programming</vt:lpstr>
      <vt:lpstr>Let’s Jump In</vt:lpstr>
      <vt:lpstr>Let’s Jump In</vt:lpstr>
      <vt:lpstr>Let’s Jump In</vt:lpstr>
      <vt:lpstr>Paired Programming</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119:Intro to Programming</dc:title>
  <dc:creator>William Estes</dc:creator>
  <cp:lastModifiedBy>William</cp:lastModifiedBy>
  <cp:revision>1924</cp:revision>
  <dcterms:created xsi:type="dcterms:W3CDTF">2020-08-14T15:37:54Z</dcterms:created>
  <dcterms:modified xsi:type="dcterms:W3CDTF">2021-12-28T22:16:48Z</dcterms:modified>
</cp:coreProperties>
</file>