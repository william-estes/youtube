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86" r:id="rId1"/>
  </p:sldMasterIdLst>
  <p:notesMasterIdLst>
    <p:notesMasterId r:id="rId26"/>
  </p:notesMasterIdLst>
  <p:sldIdLst>
    <p:sldId id="256" r:id="rId2"/>
    <p:sldId id="264" r:id="rId3"/>
    <p:sldId id="304" r:id="rId4"/>
    <p:sldId id="305" r:id="rId5"/>
    <p:sldId id="306" r:id="rId6"/>
    <p:sldId id="307" r:id="rId7"/>
    <p:sldId id="293" r:id="rId8"/>
    <p:sldId id="299" r:id="rId9"/>
    <p:sldId id="309" r:id="rId10"/>
    <p:sldId id="310" r:id="rId11"/>
    <p:sldId id="311" r:id="rId12"/>
    <p:sldId id="313" r:id="rId13"/>
    <p:sldId id="312" r:id="rId14"/>
    <p:sldId id="308" r:id="rId15"/>
    <p:sldId id="300" r:id="rId16"/>
    <p:sldId id="302" r:id="rId17"/>
    <p:sldId id="303" r:id="rId18"/>
    <p:sldId id="314" r:id="rId19"/>
    <p:sldId id="277" r:id="rId20"/>
    <p:sldId id="316" r:id="rId21"/>
    <p:sldId id="318" r:id="rId22"/>
    <p:sldId id="315" r:id="rId23"/>
    <p:sldId id="321" r:id="rId24"/>
    <p:sldId id="280"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76"/>
    <p:restoredTop sz="94786"/>
  </p:normalViewPr>
  <p:slideViewPr>
    <p:cSldViewPr snapToGrid="0">
      <p:cViewPr varScale="1">
        <p:scale>
          <a:sx n="120" d="100"/>
          <a:sy n="120" d="100"/>
        </p:scale>
        <p:origin x="33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Estes" userId="a88fcdbc31b6f594" providerId="Windows Live" clId="Web-{470BD354-A0E6-4F1D-0912-FEBA59CB1782}"/>
    <pc:docChg chg="modSld">
      <pc:chgData name="William Estes" userId="a88fcdbc31b6f594" providerId="Windows Live" clId="Web-{470BD354-A0E6-4F1D-0912-FEBA59CB1782}" dt="2020-09-13T03:23:45.868" v="73" actId="20577"/>
      <pc:docMkLst>
        <pc:docMk/>
      </pc:docMkLst>
      <pc:sldChg chg="modSp">
        <pc:chgData name="William Estes" userId="a88fcdbc31b6f594" providerId="Windows Live" clId="Web-{470BD354-A0E6-4F1D-0912-FEBA59CB1782}" dt="2020-09-13T03:23:45.868" v="72" actId="20577"/>
        <pc:sldMkLst>
          <pc:docMk/>
          <pc:sldMk cId="496210837" sldId="280"/>
        </pc:sldMkLst>
        <pc:spChg chg="mod">
          <ac:chgData name="William Estes" userId="a88fcdbc31b6f594" providerId="Windows Live" clId="Web-{470BD354-A0E6-4F1D-0912-FEBA59CB1782}" dt="2020-09-13T03:23:45.868" v="72" actId="20577"/>
          <ac:spMkLst>
            <pc:docMk/>
            <pc:sldMk cId="496210837" sldId="280"/>
            <ac:spMk id="3" creationId="{3713A5A2-1019-0143-BC00-1B8B12D7C198}"/>
          </ac:spMkLst>
        </pc:spChg>
      </pc:sldChg>
    </pc:docChg>
  </pc:docChgLst>
  <pc:docChgLst>
    <pc:chgData name="William Estes" userId="a88fcdbc31b6f594" providerId="Windows Live" clId="Web-{5964EE72-61E5-49B0-9DAB-DC127A467043}"/>
    <pc:docChg chg="addSld modSld">
      <pc:chgData name="William Estes" userId="a88fcdbc31b6f594" providerId="Windows Live" clId="Web-{5964EE72-61E5-49B0-9DAB-DC127A467043}" dt="2020-09-23T19:28:23.127" v="539" actId="20577"/>
      <pc:docMkLst>
        <pc:docMk/>
      </pc:docMkLst>
      <pc:sldChg chg="addSp modSp">
        <pc:chgData name="William Estes" userId="a88fcdbc31b6f594" providerId="Windows Live" clId="Web-{5964EE72-61E5-49B0-9DAB-DC127A467043}" dt="2020-09-23T15:24:51.245" v="252" actId="14100"/>
        <pc:sldMkLst>
          <pc:docMk/>
          <pc:sldMk cId="1879937280" sldId="316"/>
        </pc:sldMkLst>
        <pc:spChg chg="mod">
          <ac:chgData name="William Estes" userId="a88fcdbc31b6f594" providerId="Windows Live" clId="Web-{5964EE72-61E5-49B0-9DAB-DC127A467043}" dt="2020-09-23T15:18:39.275" v="242" actId="20577"/>
          <ac:spMkLst>
            <pc:docMk/>
            <pc:sldMk cId="1879937280" sldId="316"/>
            <ac:spMk id="3" creationId="{1095E837-F77E-AE4D-944C-919B5D780AAA}"/>
          </ac:spMkLst>
        </pc:spChg>
        <pc:picChg chg="add mod">
          <ac:chgData name="William Estes" userId="a88fcdbc31b6f594" providerId="Windows Live" clId="Web-{5964EE72-61E5-49B0-9DAB-DC127A467043}" dt="2020-09-23T15:21:01.729" v="248" actId="14100"/>
          <ac:picMkLst>
            <pc:docMk/>
            <pc:sldMk cId="1879937280" sldId="316"/>
            <ac:picMk id="4" creationId="{E55191F6-37DA-46F0-8579-3E5EA9C69211}"/>
          </ac:picMkLst>
        </pc:picChg>
        <pc:picChg chg="add mod">
          <ac:chgData name="William Estes" userId="a88fcdbc31b6f594" providerId="Windows Live" clId="Web-{5964EE72-61E5-49B0-9DAB-DC127A467043}" dt="2020-09-23T15:21:03.354" v="249" actId="1076"/>
          <ac:picMkLst>
            <pc:docMk/>
            <pc:sldMk cId="1879937280" sldId="316"/>
            <ac:picMk id="5" creationId="{0D1D7332-ADED-4AE7-AA48-4B3F1B3EDCA2}"/>
          </ac:picMkLst>
        </pc:picChg>
        <pc:picChg chg="add mod">
          <ac:chgData name="William Estes" userId="a88fcdbc31b6f594" providerId="Windows Live" clId="Web-{5964EE72-61E5-49B0-9DAB-DC127A467043}" dt="2020-09-23T15:24:51.245" v="252" actId="14100"/>
          <ac:picMkLst>
            <pc:docMk/>
            <pc:sldMk cId="1879937280" sldId="316"/>
            <ac:picMk id="6" creationId="{5EC39042-8F80-4603-A4B2-6E936C3D708C}"/>
          </ac:picMkLst>
        </pc:picChg>
      </pc:sldChg>
      <pc:sldChg chg="addSp delSp modSp add replId">
        <pc:chgData name="William Estes" userId="a88fcdbc31b6f594" providerId="Windows Live" clId="Web-{5964EE72-61E5-49B0-9DAB-DC127A467043}" dt="2020-09-23T15:47:45.658" v="361" actId="14100"/>
        <pc:sldMkLst>
          <pc:docMk/>
          <pc:sldMk cId="488893601" sldId="317"/>
        </pc:sldMkLst>
        <pc:spChg chg="mod">
          <ac:chgData name="William Estes" userId="a88fcdbc31b6f594" providerId="Windows Live" clId="Web-{5964EE72-61E5-49B0-9DAB-DC127A467043}" dt="2020-09-23T15:30:26.844" v="336" actId="20577"/>
          <ac:spMkLst>
            <pc:docMk/>
            <pc:sldMk cId="488893601" sldId="317"/>
            <ac:spMk id="3" creationId="{1095E837-F77E-AE4D-944C-919B5D780AAA}"/>
          </ac:spMkLst>
        </pc:spChg>
        <pc:picChg chg="del">
          <ac:chgData name="William Estes" userId="a88fcdbc31b6f594" providerId="Windows Live" clId="Web-{5964EE72-61E5-49B0-9DAB-DC127A467043}" dt="2020-09-23T15:30:05.079" v="254"/>
          <ac:picMkLst>
            <pc:docMk/>
            <pc:sldMk cId="488893601" sldId="317"/>
            <ac:picMk id="4" creationId="{E55191F6-37DA-46F0-8579-3E5EA9C69211}"/>
          </ac:picMkLst>
        </pc:picChg>
        <pc:picChg chg="del">
          <ac:chgData name="William Estes" userId="a88fcdbc31b6f594" providerId="Windows Live" clId="Web-{5964EE72-61E5-49B0-9DAB-DC127A467043}" dt="2020-09-23T15:30:06.422" v="255"/>
          <ac:picMkLst>
            <pc:docMk/>
            <pc:sldMk cId="488893601" sldId="317"/>
            <ac:picMk id="5" creationId="{0D1D7332-ADED-4AE7-AA48-4B3F1B3EDCA2}"/>
          </ac:picMkLst>
        </pc:picChg>
        <pc:picChg chg="del">
          <ac:chgData name="William Estes" userId="a88fcdbc31b6f594" providerId="Windows Live" clId="Web-{5964EE72-61E5-49B0-9DAB-DC127A467043}" dt="2020-09-23T15:30:07.438" v="256"/>
          <ac:picMkLst>
            <pc:docMk/>
            <pc:sldMk cId="488893601" sldId="317"/>
            <ac:picMk id="6" creationId="{5EC39042-8F80-4603-A4B2-6E936C3D708C}"/>
          </ac:picMkLst>
        </pc:picChg>
        <pc:picChg chg="add del mod">
          <ac:chgData name="William Estes" userId="a88fcdbc31b6f594" providerId="Windows Live" clId="Web-{5964EE72-61E5-49B0-9DAB-DC127A467043}" dt="2020-09-23T15:47:24.862" v="355"/>
          <ac:picMkLst>
            <pc:docMk/>
            <pc:sldMk cId="488893601" sldId="317"/>
            <ac:picMk id="7" creationId="{94EA92BD-E908-4FAB-B344-C4CA570FA925}"/>
          </ac:picMkLst>
        </pc:picChg>
        <pc:picChg chg="add del mod">
          <ac:chgData name="William Estes" userId="a88fcdbc31b6f594" providerId="Windows Live" clId="Web-{5964EE72-61E5-49B0-9DAB-DC127A467043}" dt="2020-09-23T15:47:26.440" v="356"/>
          <ac:picMkLst>
            <pc:docMk/>
            <pc:sldMk cId="488893601" sldId="317"/>
            <ac:picMk id="8" creationId="{B5D3BDF4-F91F-441F-A6B4-C22065B65375}"/>
          </ac:picMkLst>
        </pc:picChg>
        <pc:picChg chg="add del mod">
          <ac:chgData name="William Estes" userId="a88fcdbc31b6f594" providerId="Windows Live" clId="Web-{5964EE72-61E5-49B0-9DAB-DC127A467043}" dt="2020-09-23T15:47:27.377" v="357"/>
          <ac:picMkLst>
            <pc:docMk/>
            <pc:sldMk cId="488893601" sldId="317"/>
            <ac:picMk id="9" creationId="{74C48523-0A9E-4F09-B391-DD5CD3B5067C}"/>
          </ac:picMkLst>
        </pc:picChg>
        <pc:picChg chg="add mod">
          <ac:chgData name="William Estes" userId="a88fcdbc31b6f594" providerId="Windows Live" clId="Web-{5964EE72-61E5-49B0-9DAB-DC127A467043}" dt="2020-09-23T15:47:45.658" v="361" actId="14100"/>
          <ac:picMkLst>
            <pc:docMk/>
            <pc:sldMk cId="488893601" sldId="317"/>
            <ac:picMk id="10" creationId="{CD418CD4-0EBC-4A1A-888E-5B7DEDB2BA84}"/>
          </ac:picMkLst>
        </pc:picChg>
      </pc:sldChg>
      <pc:sldChg chg="addSp delSp modSp add replId">
        <pc:chgData name="William Estes" userId="a88fcdbc31b6f594" providerId="Windows Live" clId="Web-{5964EE72-61E5-49B0-9DAB-DC127A467043}" dt="2020-09-23T19:21:47.490" v="478" actId="20577"/>
        <pc:sldMkLst>
          <pc:docMk/>
          <pc:sldMk cId="3329235952" sldId="318"/>
        </pc:sldMkLst>
        <pc:spChg chg="mod">
          <ac:chgData name="William Estes" userId="a88fcdbc31b6f594" providerId="Windows Live" clId="Web-{5964EE72-61E5-49B0-9DAB-DC127A467043}" dt="2020-09-23T19:21:47.490" v="478" actId="20577"/>
          <ac:spMkLst>
            <pc:docMk/>
            <pc:sldMk cId="3329235952" sldId="318"/>
            <ac:spMk id="3" creationId="{1095E837-F77E-AE4D-944C-919B5D780AAA}"/>
          </ac:spMkLst>
        </pc:spChg>
        <pc:picChg chg="add mod">
          <ac:chgData name="William Estes" userId="a88fcdbc31b6f594" providerId="Windows Live" clId="Web-{5964EE72-61E5-49B0-9DAB-DC127A467043}" dt="2020-09-23T19:21:10.381" v="424" actId="1076"/>
          <ac:picMkLst>
            <pc:docMk/>
            <pc:sldMk cId="3329235952" sldId="318"/>
            <ac:picMk id="4" creationId="{B6690FE0-F69A-4727-B67B-8D6CF2C2F3F5}"/>
          </ac:picMkLst>
        </pc:picChg>
        <pc:picChg chg="del">
          <ac:chgData name="William Estes" userId="a88fcdbc31b6f594" providerId="Windows Live" clId="Web-{5964EE72-61E5-49B0-9DAB-DC127A467043}" dt="2020-09-23T19:20:39.490" v="420"/>
          <ac:picMkLst>
            <pc:docMk/>
            <pc:sldMk cId="3329235952" sldId="318"/>
            <ac:picMk id="10" creationId="{CD418CD4-0EBC-4A1A-888E-5B7DEDB2BA84}"/>
          </ac:picMkLst>
        </pc:picChg>
      </pc:sldChg>
      <pc:sldChg chg="delSp modSp add replId">
        <pc:chgData name="William Estes" userId="a88fcdbc31b6f594" providerId="Windows Live" clId="Web-{5964EE72-61E5-49B0-9DAB-DC127A467043}" dt="2020-09-23T19:28:06.081" v="537" actId="20577"/>
        <pc:sldMkLst>
          <pc:docMk/>
          <pc:sldMk cId="899625132" sldId="319"/>
        </pc:sldMkLst>
        <pc:spChg chg="mod">
          <ac:chgData name="William Estes" userId="a88fcdbc31b6f594" providerId="Windows Live" clId="Web-{5964EE72-61E5-49B0-9DAB-DC127A467043}" dt="2020-09-23T19:28:06.081" v="537" actId="20577"/>
          <ac:spMkLst>
            <pc:docMk/>
            <pc:sldMk cId="899625132" sldId="319"/>
            <ac:spMk id="3" creationId="{1095E837-F77E-AE4D-944C-919B5D780AAA}"/>
          </ac:spMkLst>
        </pc:spChg>
        <pc:picChg chg="del">
          <ac:chgData name="William Estes" userId="a88fcdbc31b6f594" providerId="Windows Live" clId="Web-{5964EE72-61E5-49B0-9DAB-DC127A467043}" dt="2020-09-23T19:27:12.597" v="482"/>
          <ac:picMkLst>
            <pc:docMk/>
            <pc:sldMk cId="899625132" sldId="319"/>
            <ac:picMk id="4" creationId="{B6690FE0-F69A-4727-B67B-8D6CF2C2F3F5}"/>
          </ac:picMkLst>
        </pc:picChg>
      </pc:sldChg>
    </pc:docChg>
  </pc:docChgLst>
  <pc:docChgLst>
    <pc:chgData name="William Estes" userId="a88fcdbc31b6f594" providerId="Windows Live" clId="Web-{80D2CE10-A6F2-497D-8433-0E89790A472B}"/>
    <pc:docChg chg="modSld">
      <pc:chgData name="William Estes" userId="a88fcdbc31b6f594" providerId="Windows Live" clId="Web-{80D2CE10-A6F2-497D-8433-0E89790A472B}" dt="2020-09-27T01:45:32.796" v="10" actId="14100"/>
      <pc:docMkLst>
        <pc:docMk/>
      </pc:docMkLst>
      <pc:sldChg chg="addSp modSp">
        <pc:chgData name="William Estes" userId="a88fcdbc31b6f594" providerId="Windows Live" clId="Web-{80D2CE10-A6F2-497D-8433-0E89790A472B}" dt="2020-09-27T01:45:18.796" v="7" actId="14100"/>
        <pc:sldMkLst>
          <pc:docMk/>
          <pc:sldMk cId="3929471447" sldId="304"/>
        </pc:sldMkLst>
        <pc:spChg chg="add mod">
          <ac:chgData name="William Estes" userId="a88fcdbc31b6f594" providerId="Windows Live" clId="Web-{80D2CE10-A6F2-497D-8433-0E89790A472B}" dt="2020-09-27T01:45:07.984" v="4" actId="14100"/>
          <ac:spMkLst>
            <pc:docMk/>
            <pc:sldMk cId="3929471447" sldId="304"/>
            <ac:spMk id="4" creationId="{40026688-A060-4EF5-B36A-259E9B28F9A1}"/>
          </ac:spMkLst>
        </pc:spChg>
        <pc:spChg chg="add mod">
          <ac:chgData name="William Estes" userId="a88fcdbc31b6f594" providerId="Windows Live" clId="Web-{80D2CE10-A6F2-497D-8433-0E89790A472B}" dt="2020-09-27T01:45:18.796" v="7" actId="14100"/>
          <ac:spMkLst>
            <pc:docMk/>
            <pc:sldMk cId="3929471447" sldId="304"/>
            <ac:spMk id="5" creationId="{84502B35-DB95-4BE8-BFCE-D261B0732F3F}"/>
          </ac:spMkLst>
        </pc:spChg>
      </pc:sldChg>
      <pc:sldChg chg="addSp modSp">
        <pc:chgData name="William Estes" userId="a88fcdbc31b6f594" providerId="Windows Live" clId="Web-{80D2CE10-A6F2-497D-8433-0E89790A472B}" dt="2020-09-27T01:45:32.796" v="10" actId="14100"/>
        <pc:sldMkLst>
          <pc:docMk/>
          <pc:sldMk cId="495592214" sldId="305"/>
        </pc:sldMkLst>
        <pc:spChg chg="add mod">
          <ac:chgData name="William Estes" userId="a88fcdbc31b6f594" providerId="Windows Live" clId="Web-{80D2CE10-A6F2-497D-8433-0E89790A472B}" dt="2020-09-27T01:45:32.796" v="10" actId="14100"/>
          <ac:spMkLst>
            <pc:docMk/>
            <pc:sldMk cId="495592214" sldId="305"/>
            <ac:spMk id="4" creationId="{F4739955-29A2-42C3-AB46-432484DA59E9}"/>
          </ac:spMkLst>
        </pc:spChg>
      </pc:sldChg>
    </pc:docChg>
  </pc:docChgLst>
  <pc:docChgLst>
    <pc:chgData name="William Estes" userId="a88fcdbc31b6f594" providerId="LiveId" clId="{9BD4BE73-09F7-4F52-A23F-C83C6785A8D8}"/>
    <pc:docChg chg="delSld">
      <pc:chgData name="William Estes" userId="a88fcdbc31b6f594" providerId="LiveId" clId="{9BD4BE73-09F7-4F52-A23F-C83C6785A8D8}" dt="2021-05-19T21:35:06.975" v="0" actId="2696"/>
      <pc:docMkLst>
        <pc:docMk/>
      </pc:docMkLst>
      <pc:sldChg chg="del">
        <pc:chgData name="William Estes" userId="a88fcdbc31b6f594" providerId="LiveId" clId="{9BD4BE73-09F7-4F52-A23F-C83C6785A8D8}" dt="2021-05-19T21:35:06.975" v="0" actId="2696"/>
        <pc:sldMkLst>
          <pc:docMk/>
          <pc:sldMk cId="6702429" sldId="322"/>
        </pc:sldMkLst>
      </pc:sldChg>
    </pc:docChg>
  </pc:docChgLst>
  <pc:docChgLst>
    <pc:chgData name="William Estes" userId="a88fcdbc31b6f594" providerId="Windows Live" clId="Web-{463BAE71-8BB1-49F2-A6BB-F745AFA0A883}"/>
    <pc:docChg chg="modSld">
      <pc:chgData name="William Estes" userId="a88fcdbc31b6f594" providerId="Windows Live" clId="Web-{463BAE71-8BB1-49F2-A6BB-F745AFA0A883}" dt="2020-09-07T02:50:13.484" v="79" actId="20577"/>
      <pc:docMkLst>
        <pc:docMk/>
      </pc:docMkLst>
      <pc:sldChg chg="modSp">
        <pc:chgData name="William Estes" userId="a88fcdbc31b6f594" providerId="Windows Live" clId="Web-{463BAE71-8BB1-49F2-A6BB-F745AFA0A883}" dt="2020-09-07T02:50:01.844" v="58" actId="20577"/>
        <pc:sldMkLst>
          <pc:docMk/>
          <pc:sldMk cId="871545074" sldId="302"/>
        </pc:sldMkLst>
        <pc:spChg chg="mod">
          <ac:chgData name="William Estes" userId="a88fcdbc31b6f594" providerId="Windows Live" clId="Web-{463BAE71-8BB1-49F2-A6BB-F745AFA0A883}" dt="2020-09-07T02:50:01.844" v="58" actId="20577"/>
          <ac:spMkLst>
            <pc:docMk/>
            <pc:sldMk cId="871545074" sldId="302"/>
            <ac:spMk id="3" creationId="{1095E837-F77E-AE4D-944C-919B5D780AAA}"/>
          </ac:spMkLst>
        </pc:spChg>
        <pc:picChg chg="mod">
          <ac:chgData name="William Estes" userId="a88fcdbc31b6f594" providerId="Windows Live" clId="Web-{463BAE71-8BB1-49F2-A6BB-F745AFA0A883}" dt="2020-09-07T02:49:44.719" v="0" actId="1076"/>
          <ac:picMkLst>
            <pc:docMk/>
            <pc:sldMk cId="871545074" sldId="302"/>
            <ac:picMk id="4" creationId="{D5B4F8F0-E1EC-45B9-8407-773939B2E634}"/>
          </ac:picMkLst>
        </pc:picChg>
      </pc:sldChg>
      <pc:sldChg chg="modSp">
        <pc:chgData name="William Estes" userId="a88fcdbc31b6f594" providerId="Windows Live" clId="Web-{463BAE71-8BB1-49F2-A6BB-F745AFA0A883}" dt="2020-09-07T02:50:12.172" v="77" actId="20577"/>
        <pc:sldMkLst>
          <pc:docMk/>
          <pc:sldMk cId="284483567" sldId="303"/>
        </pc:sldMkLst>
        <pc:spChg chg="mod">
          <ac:chgData name="William Estes" userId="a88fcdbc31b6f594" providerId="Windows Live" clId="Web-{463BAE71-8BB1-49F2-A6BB-F745AFA0A883}" dt="2020-09-07T02:50:12.172" v="77" actId="20577"/>
          <ac:spMkLst>
            <pc:docMk/>
            <pc:sldMk cId="284483567" sldId="303"/>
            <ac:spMk id="3" creationId="{1095E837-F77E-AE4D-944C-919B5D780AAA}"/>
          </ac:spMkLst>
        </pc:spChg>
      </pc:sldChg>
    </pc:docChg>
  </pc:docChgLst>
  <pc:docChgLst>
    <pc:chgData name="William Estes" userId="a88fcdbc31b6f594" providerId="Windows Live" clId="Web-{10FD8D96-9E5A-4BEB-31AC-11A1018D4BCE}"/>
    <pc:docChg chg="addSld delSld modSld sldOrd">
      <pc:chgData name="William Estes" userId="a88fcdbc31b6f594" providerId="Windows Live" clId="Web-{10FD8D96-9E5A-4BEB-31AC-11A1018D4BCE}" dt="2020-08-30T22:08:08.246" v="1941" actId="1076"/>
      <pc:docMkLst>
        <pc:docMk/>
      </pc:docMkLst>
      <pc:sldChg chg="modSp">
        <pc:chgData name="William Estes" userId="a88fcdbc31b6f594" providerId="Windows Live" clId="Web-{10FD8D96-9E5A-4BEB-31AC-11A1018D4BCE}" dt="2020-08-30T20:13:45.867" v="0" actId="20577"/>
        <pc:sldMkLst>
          <pc:docMk/>
          <pc:sldMk cId="1945136841" sldId="256"/>
        </pc:sldMkLst>
        <pc:spChg chg="mod">
          <ac:chgData name="William Estes" userId="a88fcdbc31b6f594" providerId="Windows Live" clId="Web-{10FD8D96-9E5A-4BEB-31AC-11A1018D4BCE}" dt="2020-08-30T20:13:45.867" v="0" actId="20577"/>
          <ac:spMkLst>
            <pc:docMk/>
            <pc:sldMk cId="1945136841" sldId="256"/>
            <ac:spMk id="2" creationId="{073FCCB2-5FFC-AF47-90CA-9CC12D113DDD}"/>
          </ac:spMkLst>
        </pc:spChg>
      </pc:sldChg>
      <pc:sldChg chg="delSp modSp">
        <pc:chgData name="William Estes" userId="a88fcdbc31b6f594" providerId="Windows Live" clId="Web-{10FD8D96-9E5A-4BEB-31AC-11A1018D4BCE}" dt="2020-08-30T20:15:16.211" v="93"/>
        <pc:sldMkLst>
          <pc:docMk/>
          <pc:sldMk cId="1056604679" sldId="260"/>
        </pc:sldMkLst>
        <pc:spChg chg="mod">
          <ac:chgData name="William Estes" userId="a88fcdbc31b6f594" providerId="Windows Live" clId="Web-{10FD8D96-9E5A-4BEB-31AC-11A1018D4BCE}" dt="2020-08-30T20:15:14.961" v="90" actId="20577"/>
          <ac:spMkLst>
            <pc:docMk/>
            <pc:sldMk cId="1056604679" sldId="260"/>
            <ac:spMk id="3" creationId="{3713A5A2-1019-0143-BC00-1B8B12D7C198}"/>
          </ac:spMkLst>
        </pc:spChg>
        <pc:picChg chg="del">
          <ac:chgData name="William Estes" userId="a88fcdbc31b6f594" providerId="Windows Live" clId="Web-{10FD8D96-9E5A-4BEB-31AC-11A1018D4BCE}" dt="2020-08-30T20:15:16.211" v="93"/>
          <ac:picMkLst>
            <pc:docMk/>
            <pc:sldMk cId="1056604679" sldId="260"/>
            <ac:picMk id="7" creationId="{7D0999C3-1D3F-4622-9A1B-8DC734094F20}"/>
          </ac:picMkLst>
        </pc:picChg>
      </pc:sldChg>
      <pc:sldChg chg="del">
        <pc:chgData name="William Estes" userId="a88fcdbc31b6f594" providerId="Windows Live" clId="Web-{10FD8D96-9E5A-4BEB-31AC-11A1018D4BCE}" dt="2020-08-30T20:15:31.117" v="109"/>
        <pc:sldMkLst>
          <pc:docMk/>
          <pc:sldMk cId="2840496418" sldId="261"/>
        </pc:sldMkLst>
      </pc:sldChg>
      <pc:sldChg chg="modSp">
        <pc:chgData name="William Estes" userId="a88fcdbc31b6f594" providerId="Windows Live" clId="Web-{10FD8D96-9E5A-4BEB-31AC-11A1018D4BCE}" dt="2020-08-30T20:14:13.117" v="72" actId="20577"/>
        <pc:sldMkLst>
          <pc:docMk/>
          <pc:sldMk cId="830997286" sldId="264"/>
        </pc:sldMkLst>
        <pc:spChg chg="mod">
          <ac:chgData name="William Estes" userId="a88fcdbc31b6f594" providerId="Windows Live" clId="Web-{10FD8D96-9E5A-4BEB-31AC-11A1018D4BCE}" dt="2020-08-30T20:14:13.117" v="72" actId="20577"/>
          <ac:spMkLst>
            <pc:docMk/>
            <pc:sldMk cId="830997286" sldId="264"/>
            <ac:spMk id="3" creationId="{1095E837-F77E-AE4D-944C-919B5D780AAA}"/>
          </ac:spMkLst>
        </pc:spChg>
      </pc:sldChg>
      <pc:sldChg chg="del">
        <pc:chgData name="William Estes" userId="a88fcdbc31b6f594" providerId="Windows Live" clId="Web-{10FD8D96-9E5A-4BEB-31AC-11A1018D4BCE}" dt="2020-08-30T20:15:31.117" v="107"/>
        <pc:sldMkLst>
          <pc:docMk/>
          <pc:sldMk cId="2341259573" sldId="265"/>
        </pc:sldMkLst>
      </pc:sldChg>
      <pc:sldChg chg="del">
        <pc:chgData name="William Estes" userId="a88fcdbc31b6f594" providerId="Windows Live" clId="Web-{10FD8D96-9E5A-4BEB-31AC-11A1018D4BCE}" dt="2020-08-30T20:15:31.117" v="105"/>
        <pc:sldMkLst>
          <pc:docMk/>
          <pc:sldMk cId="1244393583" sldId="266"/>
        </pc:sldMkLst>
      </pc:sldChg>
      <pc:sldChg chg="modSp">
        <pc:chgData name="William Estes" userId="a88fcdbc31b6f594" providerId="Windows Live" clId="Web-{10FD8D96-9E5A-4BEB-31AC-11A1018D4BCE}" dt="2020-08-30T20:15:08.289" v="87" actId="20577"/>
        <pc:sldMkLst>
          <pc:docMk/>
          <pc:sldMk cId="3421889743" sldId="277"/>
        </pc:sldMkLst>
        <pc:spChg chg="mod">
          <ac:chgData name="William Estes" userId="a88fcdbc31b6f594" providerId="Windows Live" clId="Web-{10FD8D96-9E5A-4BEB-31AC-11A1018D4BCE}" dt="2020-08-30T20:15:08.289" v="87" actId="20577"/>
          <ac:spMkLst>
            <pc:docMk/>
            <pc:sldMk cId="3421889743" sldId="277"/>
            <ac:spMk id="4" creationId="{5C0E649D-E3FD-41FB-BA87-37C62725C740}"/>
          </ac:spMkLst>
        </pc:spChg>
      </pc:sldChg>
      <pc:sldChg chg="modSp">
        <pc:chgData name="William Estes" userId="a88fcdbc31b6f594" providerId="Windows Live" clId="Web-{10FD8D96-9E5A-4BEB-31AC-11A1018D4BCE}" dt="2020-08-30T20:17:06.883" v="130" actId="20577"/>
        <pc:sldMkLst>
          <pc:docMk/>
          <pc:sldMk cId="496210837" sldId="280"/>
        </pc:sldMkLst>
        <pc:spChg chg="mod">
          <ac:chgData name="William Estes" userId="a88fcdbc31b6f594" providerId="Windows Live" clId="Web-{10FD8D96-9E5A-4BEB-31AC-11A1018D4BCE}" dt="2020-08-30T20:17:06.883" v="130" actId="20577"/>
          <ac:spMkLst>
            <pc:docMk/>
            <pc:sldMk cId="496210837" sldId="280"/>
            <ac:spMk id="3" creationId="{3713A5A2-1019-0143-BC00-1B8B12D7C198}"/>
          </ac:spMkLst>
        </pc:spChg>
      </pc:sldChg>
      <pc:sldChg chg="del">
        <pc:chgData name="William Estes" userId="a88fcdbc31b6f594" providerId="Windows Live" clId="Web-{10FD8D96-9E5A-4BEB-31AC-11A1018D4BCE}" dt="2020-08-30T20:15:31.117" v="108"/>
        <pc:sldMkLst>
          <pc:docMk/>
          <pc:sldMk cId="1784549319" sldId="281"/>
        </pc:sldMkLst>
      </pc:sldChg>
      <pc:sldChg chg="del">
        <pc:chgData name="William Estes" userId="a88fcdbc31b6f594" providerId="Windows Live" clId="Web-{10FD8D96-9E5A-4BEB-31AC-11A1018D4BCE}" dt="2020-08-30T20:15:31.117" v="106"/>
        <pc:sldMkLst>
          <pc:docMk/>
          <pc:sldMk cId="2362235639" sldId="282"/>
        </pc:sldMkLst>
      </pc:sldChg>
      <pc:sldChg chg="del">
        <pc:chgData name="William Estes" userId="a88fcdbc31b6f594" providerId="Windows Live" clId="Web-{10FD8D96-9E5A-4BEB-31AC-11A1018D4BCE}" dt="2020-08-30T20:15:31.117" v="104"/>
        <pc:sldMkLst>
          <pc:docMk/>
          <pc:sldMk cId="3068982192" sldId="283"/>
        </pc:sldMkLst>
      </pc:sldChg>
      <pc:sldChg chg="del">
        <pc:chgData name="William Estes" userId="a88fcdbc31b6f594" providerId="Windows Live" clId="Web-{10FD8D96-9E5A-4BEB-31AC-11A1018D4BCE}" dt="2020-08-30T20:15:31.117" v="103"/>
        <pc:sldMkLst>
          <pc:docMk/>
          <pc:sldMk cId="1761172003" sldId="284"/>
        </pc:sldMkLst>
      </pc:sldChg>
      <pc:sldChg chg="del">
        <pc:chgData name="William Estes" userId="a88fcdbc31b6f594" providerId="Windows Live" clId="Web-{10FD8D96-9E5A-4BEB-31AC-11A1018D4BCE}" dt="2020-08-30T20:15:01.805" v="86"/>
        <pc:sldMkLst>
          <pc:docMk/>
          <pc:sldMk cId="1733125250" sldId="286"/>
        </pc:sldMkLst>
      </pc:sldChg>
      <pc:sldChg chg="del">
        <pc:chgData name="William Estes" userId="a88fcdbc31b6f594" providerId="Windows Live" clId="Web-{10FD8D96-9E5A-4BEB-31AC-11A1018D4BCE}" dt="2020-08-30T20:15:31.102" v="97"/>
        <pc:sldMkLst>
          <pc:docMk/>
          <pc:sldMk cId="3016926997" sldId="287"/>
        </pc:sldMkLst>
      </pc:sldChg>
      <pc:sldChg chg="del">
        <pc:chgData name="William Estes" userId="a88fcdbc31b6f594" providerId="Windows Live" clId="Web-{10FD8D96-9E5A-4BEB-31AC-11A1018D4BCE}" dt="2020-08-30T20:15:31.117" v="101"/>
        <pc:sldMkLst>
          <pc:docMk/>
          <pc:sldMk cId="285019892" sldId="288"/>
        </pc:sldMkLst>
      </pc:sldChg>
      <pc:sldChg chg="del">
        <pc:chgData name="William Estes" userId="a88fcdbc31b6f594" providerId="Windows Live" clId="Web-{10FD8D96-9E5A-4BEB-31AC-11A1018D4BCE}" dt="2020-08-30T20:15:31.117" v="100"/>
        <pc:sldMkLst>
          <pc:docMk/>
          <pc:sldMk cId="134332572" sldId="289"/>
        </pc:sldMkLst>
      </pc:sldChg>
      <pc:sldChg chg="del">
        <pc:chgData name="William Estes" userId="a88fcdbc31b6f594" providerId="Windows Live" clId="Web-{10FD8D96-9E5A-4BEB-31AC-11A1018D4BCE}" dt="2020-08-30T20:15:31.117" v="102"/>
        <pc:sldMkLst>
          <pc:docMk/>
          <pc:sldMk cId="187834809" sldId="290"/>
        </pc:sldMkLst>
      </pc:sldChg>
      <pc:sldChg chg="addSp delSp modSp">
        <pc:chgData name="William Estes" userId="a88fcdbc31b6f594" providerId="Windows Live" clId="Web-{10FD8D96-9E5A-4BEB-31AC-11A1018D4BCE}" dt="2020-08-30T20:20:17.228" v="231" actId="14100"/>
        <pc:sldMkLst>
          <pc:docMk/>
          <pc:sldMk cId="3007801671" sldId="291"/>
        </pc:sldMkLst>
        <pc:spChg chg="mod">
          <ac:chgData name="William Estes" userId="a88fcdbc31b6f594" providerId="Windows Live" clId="Web-{10FD8D96-9E5A-4BEB-31AC-11A1018D4BCE}" dt="2020-08-30T20:19:47.806" v="222" actId="20577"/>
          <ac:spMkLst>
            <pc:docMk/>
            <pc:sldMk cId="3007801671" sldId="291"/>
            <ac:spMk id="3" creationId="{1095E837-F77E-AE4D-944C-919B5D780AAA}"/>
          </ac:spMkLst>
        </pc:spChg>
        <pc:spChg chg="del">
          <ac:chgData name="William Estes" userId="a88fcdbc31b6f594" providerId="Windows Live" clId="Web-{10FD8D96-9E5A-4BEB-31AC-11A1018D4BCE}" dt="2020-08-30T20:14:28.226" v="77"/>
          <ac:spMkLst>
            <pc:docMk/>
            <pc:sldMk cId="3007801671" sldId="291"/>
            <ac:spMk id="4" creationId="{ADB1C674-FD00-4D6C-866A-6C5E6B13E5F3}"/>
          </ac:spMkLst>
        </pc:spChg>
        <pc:spChg chg="del">
          <ac:chgData name="William Estes" userId="a88fcdbc31b6f594" providerId="Windows Live" clId="Web-{10FD8D96-9E5A-4BEB-31AC-11A1018D4BCE}" dt="2020-08-30T20:14:30.586" v="78"/>
          <ac:spMkLst>
            <pc:docMk/>
            <pc:sldMk cId="3007801671" sldId="291"/>
            <ac:spMk id="5" creationId="{4952BA95-9BBD-41E0-9E5D-9FA167EAC776}"/>
          </ac:spMkLst>
        </pc:spChg>
        <pc:spChg chg="del">
          <ac:chgData name="William Estes" userId="a88fcdbc31b6f594" providerId="Windows Live" clId="Web-{10FD8D96-9E5A-4BEB-31AC-11A1018D4BCE}" dt="2020-08-30T20:14:47.195" v="79"/>
          <ac:spMkLst>
            <pc:docMk/>
            <pc:sldMk cId="3007801671" sldId="291"/>
            <ac:spMk id="6" creationId="{3A659AA7-456C-4E13-9785-37DE36D63852}"/>
          </ac:spMkLst>
        </pc:spChg>
        <pc:spChg chg="del">
          <ac:chgData name="William Estes" userId="a88fcdbc31b6f594" providerId="Windows Live" clId="Web-{10FD8D96-9E5A-4BEB-31AC-11A1018D4BCE}" dt="2020-08-30T20:14:48.711" v="80"/>
          <ac:spMkLst>
            <pc:docMk/>
            <pc:sldMk cId="3007801671" sldId="291"/>
            <ac:spMk id="7" creationId="{7886BCBF-684F-4CAE-A080-5AC735A7B257}"/>
          </ac:spMkLst>
        </pc:spChg>
        <pc:spChg chg="del">
          <ac:chgData name="William Estes" userId="a88fcdbc31b6f594" providerId="Windows Live" clId="Web-{10FD8D96-9E5A-4BEB-31AC-11A1018D4BCE}" dt="2020-08-30T20:14:50.148" v="81"/>
          <ac:spMkLst>
            <pc:docMk/>
            <pc:sldMk cId="3007801671" sldId="291"/>
            <ac:spMk id="8" creationId="{54FC6B76-B785-4E1A-B012-472FF0BBF661}"/>
          </ac:spMkLst>
        </pc:spChg>
        <pc:spChg chg="del">
          <ac:chgData name="William Estes" userId="a88fcdbc31b6f594" providerId="Windows Live" clId="Web-{10FD8D96-9E5A-4BEB-31AC-11A1018D4BCE}" dt="2020-08-30T20:14:51.508" v="82"/>
          <ac:spMkLst>
            <pc:docMk/>
            <pc:sldMk cId="3007801671" sldId="291"/>
            <ac:spMk id="9" creationId="{224E8681-C71E-4740-BFB7-94339D774377}"/>
          </ac:spMkLst>
        </pc:spChg>
        <pc:spChg chg="del">
          <ac:chgData name="William Estes" userId="a88fcdbc31b6f594" providerId="Windows Live" clId="Web-{10FD8D96-9E5A-4BEB-31AC-11A1018D4BCE}" dt="2020-08-30T20:14:52.602" v="83"/>
          <ac:spMkLst>
            <pc:docMk/>
            <pc:sldMk cId="3007801671" sldId="291"/>
            <ac:spMk id="10" creationId="{1D4A377E-20E9-42FA-9CBD-693081493559}"/>
          </ac:spMkLst>
        </pc:spChg>
        <pc:spChg chg="add mod">
          <ac:chgData name="William Estes" userId="a88fcdbc31b6f594" providerId="Windows Live" clId="Web-{10FD8D96-9E5A-4BEB-31AC-11A1018D4BCE}" dt="2020-08-30T20:20:17.228" v="231" actId="14100"/>
          <ac:spMkLst>
            <pc:docMk/>
            <pc:sldMk cId="3007801671" sldId="291"/>
            <ac:spMk id="12" creationId="{CF97C5AB-99C6-437C-B2DB-5A3F7C1729C7}"/>
          </ac:spMkLst>
        </pc:spChg>
        <pc:picChg chg="add mod">
          <ac:chgData name="William Estes" userId="a88fcdbc31b6f594" providerId="Windows Live" clId="Web-{10FD8D96-9E5A-4BEB-31AC-11A1018D4BCE}" dt="2020-08-30T20:19:55.072" v="227" actId="1076"/>
          <ac:picMkLst>
            <pc:docMk/>
            <pc:sldMk cId="3007801671" sldId="291"/>
            <ac:picMk id="11" creationId="{6D1F8C0C-6DC3-4A53-89E4-F31AE803855B}"/>
          </ac:picMkLst>
        </pc:picChg>
      </pc:sldChg>
      <pc:sldChg chg="del">
        <pc:chgData name="William Estes" userId="a88fcdbc31b6f594" providerId="Windows Live" clId="Web-{10FD8D96-9E5A-4BEB-31AC-11A1018D4BCE}" dt="2020-08-30T20:14:58.898" v="85"/>
        <pc:sldMkLst>
          <pc:docMk/>
          <pc:sldMk cId="171356189" sldId="292"/>
        </pc:sldMkLst>
      </pc:sldChg>
      <pc:sldChg chg="addSp delSp modSp add mod replId modClrScheme chgLayout">
        <pc:chgData name="William Estes" userId="a88fcdbc31b6f594" providerId="Windows Live" clId="Web-{10FD8D96-9E5A-4BEB-31AC-11A1018D4BCE}" dt="2020-08-30T20:42:34.107" v="866" actId="1076"/>
        <pc:sldMkLst>
          <pc:docMk/>
          <pc:sldMk cId="1031257587" sldId="292"/>
        </pc:sldMkLst>
        <pc:spChg chg="mod ord">
          <ac:chgData name="William Estes" userId="a88fcdbc31b6f594" providerId="Windows Live" clId="Web-{10FD8D96-9E5A-4BEB-31AC-11A1018D4BCE}" dt="2020-08-30T20:23:13.964" v="460"/>
          <ac:spMkLst>
            <pc:docMk/>
            <pc:sldMk cId="1031257587" sldId="292"/>
            <ac:spMk id="2" creationId="{5C86CBF7-69F7-7B44-ABCE-F80D6130EA7B}"/>
          </ac:spMkLst>
        </pc:spChg>
        <pc:spChg chg="mod ord">
          <ac:chgData name="William Estes" userId="a88fcdbc31b6f594" providerId="Windows Live" clId="Web-{10FD8D96-9E5A-4BEB-31AC-11A1018D4BCE}" dt="2020-08-30T20:23:13.964" v="460"/>
          <ac:spMkLst>
            <pc:docMk/>
            <pc:sldMk cId="1031257587" sldId="292"/>
            <ac:spMk id="3" creationId="{1095E837-F77E-AE4D-944C-919B5D780AAA}"/>
          </ac:spMkLst>
        </pc:spChg>
        <pc:spChg chg="add del mod ord">
          <ac:chgData name="William Estes" userId="a88fcdbc31b6f594" providerId="Windows Live" clId="Web-{10FD8D96-9E5A-4BEB-31AC-11A1018D4BCE}" dt="2020-08-30T20:23:13.964" v="460"/>
          <ac:spMkLst>
            <pc:docMk/>
            <pc:sldMk cId="1031257587" sldId="292"/>
            <ac:spMk id="4" creationId="{ED008AEC-C48C-465F-9CD1-1897012EF341}"/>
          </ac:spMkLst>
        </pc:spChg>
        <pc:spChg chg="add del mod ord">
          <ac:chgData name="William Estes" userId="a88fcdbc31b6f594" providerId="Windows Live" clId="Web-{10FD8D96-9E5A-4BEB-31AC-11A1018D4BCE}" dt="2020-08-30T20:23:13.964" v="460"/>
          <ac:spMkLst>
            <pc:docMk/>
            <pc:sldMk cId="1031257587" sldId="292"/>
            <ac:spMk id="5" creationId="{CA9D4ED6-9944-4826-A5D0-C66CBFFBAAAA}"/>
          </ac:spMkLst>
        </pc:spChg>
        <pc:spChg chg="add del mod ord">
          <ac:chgData name="William Estes" userId="a88fcdbc31b6f594" providerId="Windows Live" clId="Web-{10FD8D96-9E5A-4BEB-31AC-11A1018D4BCE}" dt="2020-08-30T20:23:13.964" v="460"/>
          <ac:spMkLst>
            <pc:docMk/>
            <pc:sldMk cId="1031257587" sldId="292"/>
            <ac:spMk id="6" creationId="{384646BD-C53A-44A9-839A-E65CB3BE6E39}"/>
          </ac:spMkLst>
        </pc:spChg>
        <pc:spChg chg="add mod">
          <ac:chgData name="William Estes" userId="a88fcdbc31b6f594" providerId="Windows Live" clId="Web-{10FD8D96-9E5A-4BEB-31AC-11A1018D4BCE}" dt="2020-08-30T20:42:16.481" v="856" actId="1076"/>
          <ac:spMkLst>
            <pc:docMk/>
            <pc:sldMk cId="1031257587" sldId="292"/>
            <ac:spMk id="7" creationId="{81FEAAF1-55EF-429A-832F-657DD1B08A00}"/>
          </ac:spMkLst>
        </pc:spChg>
        <pc:spChg chg="add mod">
          <ac:chgData name="William Estes" userId="a88fcdbc31b6f594" providerId="Windows Live" clId="Web-{10FD8D96-9E5A-4BEB-31AC-11A1018D4BCE}" dt="2020-08-30T20:42:19.653" v="858" actId="1076"/>
          <ac:spMkLst>
            <pc:docMk/>
            <pc:sldMk cId="1031257587" sldId="292"/>
            <ac:spMk id="10" creationId="{A6C69913-6E66-4EF9-912E-4787D37F112A}"/>
          </ac:spMkLst>
        </pc:spChg>
        <pc:spChg chg="del">
          <ac:chgData name="William Estes" userId="a88fcdbc31b6f594" providerId="Windows Live" clId="Web-{10FD8D96-9E5A-4BEB-31AC-11A1018D4BCE}" dt="2020-08-30T20:20:24.775" v="233"/>
          <ac:spMkLst>
            <pc:docMk/>
            <pc:sldMk cId="1031257587" sldId="292"/>
            <ac:spMk id="12" creationId="{CF97C5AB-99C6-437C-B2DB-5A3F7C1729C7}"/>
          </ac:spMkLst>
        </pc:spChg>
        <pc:spChg chg="add mod">
          <ac:chgData name="William Estes" userId="a88fcdbc31b6f594" providerId="Windows Live" clId="Web-{10FD8D96-9E5A-4BEB-31AC-11A1018D4BCE}" dt="2020-08-30T20:42:23.200" v="860" actId="1076"/>
          <ac:spMkLst>
            <pc:docMk/>
            <pc:sldMk cId="1031257587" sldId="292"/>
            <ac:spMk id="13" creationId="{FA79162F-1F9C-4BB6-9C39-96C8B58E86C3}"/>
          </ac:spMkLst>
        </pc:spChg>
        <pc:spChg chg="add mod">
          <ac:chgData name="William Estes" userId="a88fcdbc31b6f594" providerId="Windows Live" clId="Web-{10FD8D96-9E5A-4BEB-31AC-11A1018D4BCE}" dt="2020-08-30T20:42:26.263" v="862" actId="1076"/>
          <ac:spMkLst>
            <pc:docMk/>
            <pc:sldMk cId="1031257587" sldId="292"/>
            <ac:spMk id="14" creationId="{BC68A978-56D8-4B49-B046-44ACD0A585A4}"/>
          </ac:spMkLst>
        </pc:spChg>
        <pc:spChg chg="add mod">
          <ac:chgData name="William Estes" userId="a88fcdbc31b6f594" providerId="Windows Live" clId="Web-{10FD8D96-9E5A-4BEB-31AC-11A1018D4BCE}" dt="2020-08-30T20:42:30.403" v="864" actId="1076"/>
          <ac:spMkLst>
            <pc:docMk/>
            <pc:sldMk cId="1031257587" sldId="292"/>
            <ac:spMk id="15" creationId="{7F19F82B-0D64-4D93-8D94-101BBFB46765}"/>
          </ac:spMkLst>
        </pc:spChg>
        <pc:spChg chg="add mod">
          <ac:chgData name="William Estes" userId="a88fcdbc31b6f594" providerId="Windows Live" clId="Web-{10FD8D96-9E5A-4BEB-31AC-11A1018D4BCE}" dt="2020-08-30T20:42:34.107" v="866" actId="1076"/>
          <ac:spMkLst>
            <pc:docMk/>
            <pc:sldMk cId="1031257587" sldId="292"/>
            <ac:spMk id="16" creationId="{2CD967FC-6B82-4F09-938B-F9E74AB74DB5}"/>
          </ac:spMkLst>
        </pc:spChg>
        <pc:picChg chg="del">
          <ac:chgData name="William Estes" userId="a88fcdbc31b6f594" providerId="Windows Live" clId="Web-{10FD8D96-9E5A-4BEB-31AC-11A1018D4BCE}" dt="2020-08-30T20:20:25.681" v="234"/>
          <ac:picMkLst>
            <pc:docMk/>
            <pc:sldMk cId="1031257587" sldId="292"/>
            <ac:picMk id="11" creationId="{6D1F8C0C-6DC3-4A53-89E4-F31AE803855B}"/>
          </ac:picMkLst>
        </pc:picChg>
      </pc:sldChg>
      <pc:sldChg chg="modSp add replId">
        <pc:chgData name="William Estes" userId="a88fcdbc31b6f594" providerId="Windows Live" clId="Web-{10FD8D96-9E5A-4BEB-31AC-11A1018D4BCE}" dt="2020-08-30T20:28:30.565" v="589" actId="20577"/>
        <pc:sldMkLst>
          <pc:docMk/>
          <pc:sldMk cId="1361839843" sldId="293"/>
        </pc:sldMkLst>
        <pc:spChg chg="mod">
          <ac:chgData name="William Estes" userId="a88fcdbc31b6f594" providerId="Windows Live" clId="Web-{10FD8D96-9E5A-4BEB-31AC-11A1018D4BCE}" dt="2020-08-30T20:28:30.565" v="589" actId="20577"/>
          <ac:spMkLst>
            <pc:docMk/>
            <pc:sldMk cId="1361839843" sldId="293"/>
            <ac:spMk id="3" creationId="{1095E837-F77E-AE4D-944C-919B5D780AAA}"/>
          </ac:spMkLst>
        </pc:spChg>
      </pc:sldChg>
      <pc:sldChg chg="del">
        <pc:chgData name="William Estes" userId="a88fcdbc31b6f594" providerId="Windows Live" clId="Web-{10FD8D96-9E5A-4BEB-31AC-11A1018D4BCE}" dt="2020-08-30T20:14:57.258" v="84"/>
        <pc:sldMkLst>
          <pc:docMk/>
          <pc:sldMk cId="4024895595" sldId="293"/>
        </pc:sldMkLst>
      </pc:sldChg>
      <pc:sldChg chg="addSp modSp add replId">
        <pc:chgData name="William Estes" userId="a88fcdbc31b6f594" providerId="Windows Live" clId="Web-{10FD8D96-9E5A-4BEB-31AC-11A1018D4BCE}" dt="2020-08-30T20:36:22.510" v="628" actId="14100"/>
        <pc:sldMkLst>
          <pc:docMk/>
          <pc:sldMk cId="18420826" sldId="294"/>
        </pc:sldMkLst>
        <pc:spChg chg="mod">
          <ac:chgData name="William Estes" userId="a88fcdbc31b6f594" providerId="Windows Live" clId="Web-{10FD8D96-9E5A-4BEB-31AC-11A1018D4BCE}" dt="2020-08-30T20:35:58.901" v="623" actId="20577"/>
          <ac:spMkLst>
            <pc:docMk/>
            <pc:sldMk cId="18420826" sldId="294"/>
            <ac:spMk id="3" creationId="{1095E837-F77E-AE4D-944C-919B5D780AAA}"/>
          </ac:spMkLst>
        </pc:spChg>
        <pc:picChg chg="add mod">
          <ac:chgData name="William Estes" userId="a88fcdbc31b6f594" providerId="Windows Live" clId="Web-{10FD8D96-9E5A-4BEB-31AC-11A1018D4BCE}" dt="2020-08-30T20:36:22.510" v="628" actId="14100"/>
          <ac:picMkLst>
            <pc:docMk/>
            <pc:sldMk cId="18420826" sldId="294"/>
            <ac:picMk id="4" creationId="{F86C7889-CD4D-48A5-84FB-A1AF08FD274C}"/>
          </ac:picMkLst>
        </pc:picChg>
      </pc:sldChg>
      <pc:sldChg chg="del">
        <pc:chgData name="William Estes" userId="a88fcdbc31b6f594" providerId="Windows Live" clId="Web-{10FD8D96-9E5A-4BEB-31AC-11A1018D4BCE}" dt="2020-08-30T20:15:31.102" v="96"/>
        <pc:sldMkLst>
          <pc:docMk/>
          <pc:sldMk cId="3221878255" sldId="294"/>
        </pc:sldMkLst>
      </pc:sldChg>
      <pc:sldChg chg="addSp modSp add ord replId">
        <pc:chgData name="William Estes" userId="a88fcdbc31b6f594" providerId="Windows Live" clId="Web-{10FD8D96-9E5A-4BEB-31AC-11A1018D4BCE}" dt="2020-08-30T20:41:08.450" v="853" actId="1076"/>
        <pc:sldMkLst>
          <pc:docMk/>
          <pc:sldMk cId="2184220433" sldId="295"/>
        </pc:sldMkLst>
        <pc:spChg chg="mod">
          <ac:chgData name="William Estes" userId="a88fcdbc31b6f594" providerId="Windows Live" clId="Web-{10FD8D96-9E5A-4BEB-31AC-11A1018D4BCE}" dt="2020-08-30T20:40:47.512" v="845" actId="20577"/>
          <ac:spMkLst>
            <pc:docMk/>
            <pc:sldMk cId="2184220433" sldId="295"/>
            <ac:spMk id="3" creationId="{1095E837-F77E-AE4D-944C-919B5D780AAA}"/>
          </ac:spMkLst>
        </pc:spChg>
        <pc:spChg chg="add mod">
          <ac:chgData name="William Estes" userId="a88fcdbc31b6f594" providerId="Windows Live" clId="Web-{10FD8D96-9E5A-4BEB-31AC-11A1018D4BCE}" dt="2020-08-30T20:41:00.028" v="850" actId="14100"/>
          <ac:spMkLst>
            <pc:docMk/>
            <pc:sldMk cId="2184220433" sldId="295"/>
            <ac:spMk id="5" creationId="{7B16B923-1F9B-4609-AF2C-FA03D25659EE}"/>
          </ac:spMkLst>
        </pc:spChg>
        <pc:picChg chg="add mod">
          <ac:chgData name="William Estes" userId="a88fcdbc31b6f594" providerId="Windows Live" clId="Web-{10FD8D96-9E5A-4BEB-31AC-11A1018D4BCE}" dt="2020-08-30T20:41:08.450" v="853" actId="1076"/>
          <ac:picMkLst>
            <pc:docMk/>
            <pc:sldMk cId="2184220433" sldId="295"/>
            <ac:picMk id="4" creationId="{04D5CF95-8307-4AE3-987D-18DF7B0726A2}"/>
          </ac:picMkLst>
        </pc:picChg>
      </pc:sldChg>
      <pc:sldChg chg="del">
        <pc:chgData name="William Estes" userId="a88fcdbc31b6f594" providerId="Windows Live" clId="Web-{10FD8D96-9E5A-4BEB-31AC-11A1018D4BCE}" dt="2020-08-30T20:15:31.102" v="95"/>
        <pc:sldMkLst>
          <pc:docMk/>
          <pc:sldMk cId="3635157167" sldId="295"/>
        </pc:sldMkLst>
      </pc:sldChg>
      <pc:sldChg chg="addSp delSp modSp add replId">
        <pc:chgData name="William Estes" userId="a88fcdbc31b6f594" providerId="Windows Live" clId="Web-{10FD8D96-9E5A-4BEB-31AC-11A1018D4BCE}" dt="2020-08-30T20:55:37.564" v="1030" actId="20577"/>
        <pc:sldMkLst>
          <pc:docMk/>
          <pc:sldMk cId="1522982694" sldId="296"/>
        </pc:sldMkLst>
        <pc:spChg chg="mod">
          <ac:chgData name="William Estes" userId="a88fcdbc31b6f594" providerId="Windows Live" clId="Web-{10FD8D96-9E5A-4BEB-31AC-11A1018D4BCE}" dt="2020-08-30T20:55:37.564" v="1030" actId="20577"/>
          <ac:spMkLst>
            <pc:docMk/>
            <pc:sldMk cId="1522982694" sldId="296"/>
            <ac:spMk id="3" creationId="{1095E837-F77E-AE4D-944C-919B5D780AAA}"/>
          </ac:spMkLst>
        </pc:spChg>
        <pc:spChg chg="del">
          <ac:chgData name="William Estes" userId="a88fcdbc31b6f594" providerId="Windows Live" clId="Web-{10FD8D96-9E5A-4BEB-31AC-11A1018D4BCE}" dt="2020-08-30T20:47:01.499" v="872"/>
          <ac:spMkLst>
            <pc:docMk/>
            <pc:sldMk cId="1522982694" sldId="296"/>
            <ac:spMk id="5" creationId="{7B16B923-1F9B-4609-AF2C-FA03D25659EE}"/>
          </ac:spMkLst>
        </pc:spChg>
        <pc:spChg chg="add mod">
          <ac:chgData name="William Estes" userId="a88fcdbc31b6f594" providerId="Windows Live" clId="Web-{10FD8D96-9E5A-4BEB-31AC-11A1018D4BCE}" dt="2020-08-30T20:48:48.905" v="913" actId="14100"/>
          <ac:spMkLst>
            <pc:docMk/>
            <pc:sldMk cId="1522982694" sldId="296"/>
            <ac:spMk id="6" creationId="{8D3881AF-2AF0-4DF1-977D-DEFDD2FCFF0A}"/>
          </ac:spMkLst>
        </pc:spChg>
        <pc:spChg chg="add mod">
          <ac:chgData name="William Estes" userId="a88fcdbc31b6f594" providerId="Windows Live" clId="Web-{10FD8D96-9E5A-4BEB-31AC-11A1018D4BCE}" dt="2020-08-30T20:51:06.469" v="963" actId="14100"/>
          <ac:spMkLst>
            <pc:docMk/>
            <pc:sldMk cId="1522982694" sldId="296"/>
            <ac:spMk id="7" creationId="{F5D9FE73-3240-4541-BA18-9018D3F5BAA8}"/>
          </ac:spMkLst>
        </pc:spChg>
        <pc:picChg chg="del">
          <ac:chgData name="William Estes" userId="a88fcdbc31b6f594" providerId="Windows Live" clId="Web-{10FD8D96-9E5A-4BEB-31AC-11A1018D4BCE}" dt="2020-08-30T20:46:55.764" v="868"/>
          <ac:picMkLst>
            <pc:docMk/>
            <pc:sldMk cId="1522982694" sldId="296"/>
            <ac:picMk id="4" creationId="{04D5CF95-8307-4AE3-987D-18DF7B0726A2}"/>
          </ac:picMkLst>
        </pc:picChg>
        <pc:picChg chg="add mod">
          <ac:chgData name="William Estes" userId="a88fcdbc31b6f594" providerId="Windows Live" clId="Web-{10FD8D96-9E5A-4BEB-31AC-11A1018D4BCE}" dt="2020-08-30T20:54:23.954" v="967" actId="1076"/>
          <ac:picMkLst>
            <pc:docMk/>
            <pc:sldMk cId="1522982694" sldId="296"/>
            <ac:picMk id="8" creationId="{0B629BCE-AF24-4351-ADB1-FA7CD0617AB7}"/>
          </ac:picMkLst>
        </pc:picChg>
      </pc:sldChg>
      <pc:sldChg chg="addSp delSp modSp add replId">
        <pc:chgData name="William Estes" userId="a88fcdbc31b6f594" providerId="Windows Live" clId="Web-{10FD8D96-9E5A-4BEB-31AC-11A1018D4BCE}" dt="2020-08-30T21:10:54.399" v="1198" actId="1076"/>
        <pc:sldMkLst>
          <pc:docMk/>
          <pc:sldMk cId="3207294362" sldId="297"/>
        </pc:sldMkLst>
        <pc:spChg chg="mod">
          <ac:chgData name="William Estes" userId="a88fcdbc31b6f594" providerId="Windows Live" clId="Web-{10FD8D96-9E5A-4BEB-31AC-11A1018D4BCE}" dt="2020-08-30T21:10:48.633" v="1193" actId="20577"/>
          <ac:spMkLst>
            <pc:docMk/>
            <pc:sldMk cId="3207294362" sldId="297"/>
            <ac:spMk id="3" creationId="{1095E837-F77E-AE4D-944C-919B5D780AAA}"/>
          </ac:spMkLst>
        </pc:spChg>
        <pc:spChg chg="del">
          <ac:chgData name="William Estes" userId="a88fcdbc31b6f594" providerId="Windows Live" clId="Web-{10FD8D96-9E5A-4BEB-31AC-11A1018D4BCE}" dt="2020-08-30T21:03:15.068" v="1035"/>
          <ac:spMkLst>
            <pc:docMk/>
            <pc:sldMk cId="3207294362" sldId="297"/>
            <ac:spMk id="6" creationId="{8D3881AF-2AF0-4DF1-977D-DEFDD2FCFF0A}"/>
          </ac:spMkLst>
        </pc:spChg>
        <pc:spChg chg="del">
          <ac:chgData name="William Estes" userId="a88fcdbc31b6f594" providerId="Windows Live" clId="Web-{10FD8D96-9E5A-4BEB-31AC-11A1018D4BCE}" dt="2020-08-30T21:03:12.630" v="1034"/>
          <ac:spMkLst>
            <pc:docMk/>
            <pc:sldMk cId="3207294362" sldId="297"/>
            <ac:spMk id="7" creationId="{F5D9FE73-3240-4541-BA18-9018D3F5BAA8}"/>
          </ac:spMkLst>
        </pc:spChg>
        <pc:picChg chg="add mod">
          <ac:chgData name="William Estes" userId="a88fcdbc31b6f594" providerId="Windows Live" clId="Web-{10FD8D96-9E5A-4BEB-31AC-11A1018D4BCE}" dt="2020-08-30T21:10:54.399" v="1198" actId="1076"/>
          <ac:picMkLst>
            <pc:docMk/>
            <pc:sldMk cId="3207294362" sldId="297"/>
            <ac:picMk id="4" creationId="{42593F90-D938-4E7A-9AC8-891253E5C3BA}"/>
          </ac:picMkLst>
        </pc:picChg>
        <pc:picChg chg="del">
          <ac:chgData name="William Estes" userId="a88fcdbc31b6f594" providerId="Windows Live" clId="Web-{10FD8D96-9E5A-4BEB-31AC-11A1018D4BCE}" dt="2020-08-30T21:03:08.427" v="1033"/>
          <ac:picMkLst>
            <pc:docMk/>
            <pc:sldMk cId="3207294362" sldId="297"/>
            <ac:picMk id="8" creationId="{0B629BCE-AF24-4351-ADB1-FA7CD0617AB7}"/>
          </ac:picMkLst>
        </pc:picChg>
      </pc:sldChg>
      <pc:sldChg chg="addSp delSp modSp add replId">
        <pc:chgData name="William Estes" userId="a88fcdbc31b6f594" providerId="Windows Live" clId="Web-{10FD8D96-9E5A-4BEB-31AC-11A1018D4BCE}" dt="2020-08-30T21:22:49.090" v="1363" actId="14100"/>
        <pc:sldMkLst>
          <pc:docMk/>
          <pc:sldMk cId="827534898" sldId="298"/>
        </pc:sldMkLst>
        <pc:spChg chg="mod">
          <ac:chgData name="William Estes" userId="a88fcdbc31b6f594" providerId="Windows Live" clId="Web-{10FD8D96-9E5A-4BEB-31AC-11A1018D4BCE}" dt="2020-08-30T21:22:45.122" v="1360" actId="20577"/>
          <ac:spMkLst>
            <pc:docMk/>
            <pc:sldMk cId="827534898" sldId="298"/>
            <ac:spMk id="3" creationId="{1095E837-F77E-AE4D-944C-919B5D780AAA}"/>
          </ac:spMkLst>
        </pc:spChg>
        <pc:picChg chg="del">
          <ac:chgData name="William Estes" userId="a88fcdbc31b6f594" providerId="Windows Live" clId="Web-{10FD8D96-9E5A-4BEB-31AC-11A1018D4BCE}" dt="2020-08-30T21:11:09.149" v="1200"/>
          <ac:picMkLst>
            <pc:docMk/>
            <pc:sldMk cId="827534898" sldId="298"/>
            <ac:picMk id="4" creationId="{42593F90-D938-4E7A-9AC8-891253E5C3BA}"/>
          </ac:picMkLst>
        </pc:picChg>
        <pc:picChg chg="add mod">
          <ac:chgData name="William Estes" userId="a88fcdbc31b6f594" providerId="Windows Live" clId="Web-{10FD8D96-9E5A-4BEB-31AC-11A1018D4BCE}" dt="2020-08-30T21:22:49.090" v="1363" actId="14100"/>
          <ac:picMkLst>
            <pc:docMk/>
            <pc:sldMk cId="827534898" sldId="298"/>
            <ac:picMk id="5" creationId="{4782406E-292E-4236-9924-39FDA804D487}"/>
          </ac:picMkLst>
        </pc:picChg>
      </pc:sldChg>
      <pc:sldChg chg="del">
        <pc:chgData name="William Estes" userId="a88fcdbc31b6f594" providerId="Windows Live" clId="Web-{10FD8D96-9E5A-4BEB-31AC-11A1018D4BCE}" dt="2020-08-30T20:15:31.117" v="99"/>
        <pc:sldMkLst>
          <pc:docMk/>
          <pc:sldMk cId="1978656173" sldId="298"/>
        </pc:sldMkLst>
      </pc:sldChg>
      <pc:sldChg chg="del">
        <pc:chgData name="William Estes" userId="a88fcdbc31b6f594" providerId="Windows Live" clId="Web-{10FD8D96-9E5A-4BEB-31AC-11A1018D4BCE}" dt="2020-08-30T20:15:31.102" v="98"/>
        <pc:sldMkLst>
          <pc:docMk/>
          <pc:sldMk cId="1101533116" sldId="299"/>
        </pc:sldMkLst>
      </pc:sldChg>
      <pc:sldChg chg="addSp delSp modSp add replId">
        <pc:chgData name="William Estes" userId="a88fcdbc31b6f594" providerId="Windows Live" clId="Web-{10FD8D96-9E5A-4BEB-31AC-11A1018D4BCE}" dt="2020-08-30T21:37:50.173" v="1475" actId="20577"/>
        <pc:sldMkLst>
          <pc:docMk/>
          <pc:sldMk cId="4080448644" sldId="299"/>
        </pc:sldMkLst>
        <pc:spChg chg="mod">
          <ac:chgData name="William Estes" userId="a88fcdbc31b6f594" providerId="Windows Live" clId="Web-{10FD8D96-9E5A-4BEB-31AC-11A1018D4BCE}" dt="2020-08-30T21:37:50.173" v="1475" actId="20577"/>
          <ac:spMkLst>
            <pc:docMk/>
            <pc:sldMk cId="4080448644" sldId="299"/>
            <ac:spMk id="3" creationId="{1095E837-F77E-AE4D-944C-919B5D780AAA}"/>
          </ac:spMkLst>
        </pc:spChg>
        <pc:picChg chg="add mod">
          <ac:chgData name="William Estes" userId="a88fcdbc31b6f594" providerId="Windows Live" clId="Web-{10FD8D96-9E5A-4BEB-31AC-11A1018D4BCE}" dt="2020-08-30T21:35:40.829" v="1449" actId="1076"/>
          <ac:picMkLst>
            <pc:docMk/>
            <pc:sldMk cId="4080448644" sldId="299"/>
            <ac:picMk id="4" creationId="{5CE153C2-E53B-443F-A1B7-1CECE7EE55A0}"/>
          </ac:picMkLst>
        </pc:picChg>
        <pc:picChg chg="del">
          <ac:chgData name="William Estes" userId="a88fcdbc31b6f594" providerId="Windows Live" clId="Web-{10FD8D96-9E5A-4BEB-31AC-11A1018D4BCE}" dt="2020-08-30T21:33:25.329" v="1376"/>
          <ac:picMkLst>
            <pc:docMk/>
            <pc:sldMk cId="4080448644" sldId="299"/>
            <ac:picMk id="5" creationId="{4782406E-292E-4236-9924-39FDA804D487}"/>
          </ac:picMkLst>
        </pc:picChg>
      </pc:sldChg>
      <pc:sldChg chg="del">
        <pc:chgData name="William Estes" userId="a88fcdbc31b6f594" providerId="Windows Live" clId="Web-{10FD8D96-9E5A-4BEB-31AC-11A1018D4BCE}" dt="2020-08-30T20:15:31.102" v="94"/>
        <pc:sldMkLst>
          <pc:docMk/>
          <pc:sldMk cId="433070316" sldId="300"/>
        </pc:sldMkLst>
      </pc:sldChg>
      <pc:sldChg chg="add del replId">
        <pc:chgData name="William Estes" userId="a88fcdbc31b6f594" providerId="Windows Live" clId="Web-{10FD8D96-9E5A-4BEB-31AC-11A1018D4BCE}" dt="2020-08-30T21:35:57.673" v="1450"/>
        <pc:sldMkLst>
          <pc:docMk/>
          <pc:sldMk cId="1750154891" sldId="300"/>
        </pc:sldMkLst>
      </pc:sldChg>
      <pc:sldChg chg="addSp delSp modSp add replId">
        <pc:chgData name="William Estes" userId="a88fcdbc31b6f594" providerId="Windows Live" clId="Web-{10FD8D96-9E5A-4BEB-31AC-11A1018D4BCE}" dt="2020-08-30T21:42:58.862" v="1534" actId="20577"/>
        <pc:sldMkLst>
          <pc:docMk/>
          <pc:sldMk cId="4113558887" sldId="300"/>
        </pc:sldMkLst>
        <pc:spChg chg="mod">
          <ac:chgData name="William Estes" userId="a88fcdbc31b6f594" providerId="Windows Live" clId="Web-{10FD8D96-9E5A-4BEB-31AC-11A1018D4BCE}" dt="2020-08-30T21:42:58.862" v="1534" actId="20577"/>
          <ac:spMkLst>
            <pc:docMk/>
            <pc:sldMk cId="4113558887" sldId="300"/>
            <ac:spMk id="3" creationId="{1095E837-F77E-AE4D-944C-919B5D780AAA}"/>
          </ac:spMkLst>
        </pc:spChg>
        <pc:picChg chg="del">
          <ac:chgData name="William Estes" userId="a88fcdbc31b6f594" providerId="Windows Live" clId="Web-{10FD8D96-9E5A-4BEB-31AC-11A1018D4BCE}" dt="2020-08-30T21:38:48.674" v="1478"/>
          <ac:picMkLst>
            <pc:docMk/>
            <pc:sldMk cId="4113558887" sldId="300"/>
            <ac:picMk id="4" creationId="{5CE153C2-E53B-443F-A1B7-1CECE7EE55A0}"/>
          </ac:picMkLst>
        </pc:picChg>
        <pc:picChg chg="add mod">
          <ac:chgData name="William Estes" userId="a88fcdbc31b6f594" providerId="Windows Live" clId="Web-{10FD8D96-9E5A-4BEB-31AC-11A1018D4BCE}" dt="2020-08-30T21:42:40.644" v="1482" actId="14100"/>
          <ac:picMkLst>
            <pc:docMk/>
            <pc:sldMk cId="4113558887" sldId="300"/>
            <ac:picMk id="5" creationId="{D37651DB-3834-493B-8A24-2FE8EFC6849E}"/>
          </ac:picMkLst>
        </pc:picChg>
      </pc:sldChg>
      <pc:sldChg chg="delSp modSp add replId">
        <pc:chgData name="William Estes" userId="a88fcdbc31b6f594" providerId="Windows Live" clId="Web-{10FD8D96-9E5A-4BEB-31AC-11A1018D4BCE}" dt="2020-08-30T21:55:33.804" v="1808" actId="20577"/>
        <pc:sldMkLst>
          <pc:docMk/>
          <pc:sldMk cId="356878534" sldId="301"/>
        </pc:sldMkLst>
        <pc:spChg chg="mod">
          <ac:chgData name="William Estes" userId="a88fcdbc31b6f594" providerId="Windows Live" clId="Web-{10FD8D96-9E5A-4BEB-31AC-11A1018D4BCE}" dt="2020-08-30T21:55:33.804" v="1808" actId="20577"/>
          <ac:spMkLst>
            <pc:docMk/>
            <pc:sldMk cId="356878534" sldId="301"/>
            <ac:spMk id="3" creationId="{1095E837-F77E-AE4D-944C-919B5D780AAA}"/>
          </ac:spMkLst>
        </pc:spChg>
        <pc:spChg chg="del">
          <ac:chgData name="William Estes" userId="a88fcdbc31b6f594" providerId="Windows Live" clId="Web-{10FD8D96-9E5A-4BEB-31AC-11A1018D4BCE}" dt="2020-08-30T21:52:34.553" v="1606"/>
          <ac:spMkLst>
            <pc:docMk/>
            <pc:sldMk cId="356878534" sldId="301"/>
            <ac:spMk id="5" creationId="{7B16B923-1F9B-4609-AF2C-FA03D25659EE}"/>
          </ac:spMkLst>
        </pc:spChg>
        <pc:picChg chg="del">
          <ac:chgData name="William Estes" userId="a88fcdbc31b6f594" providerId="Windows Live" clId="Web-{10FD8D96-9E5A-4BEB-31AC-11A1018D4BCE}" dt="2020-08-30T21:52:58.709" v="1646"/>
          <ac:picMkLst>
            <pc:docMk/>
            <pc:sldMk cId="356878534" sldId="301"/>
            <ac:picMk id="4" creationId="{04D5CF95-8307-4AE3-987D-18DF7B0726A2}"/>
          </ac:picMkLst>
        </pc:picChg>
      </pc:sldChg>
      <pc:sldChg chg="addSp delSp modSp add replId">
        <pc:chgData name="William Estes" userId="a88fcdbc31b6f594" providerId="Windows Live" clId="Web-{10FD8D96-9E5A-4BEB-31AC-11A1018D4BCE}" dt="2020-08-30T22:05:58.839" v="1932" actId="20577"/>
        <pc:sldMkLst>
          <pc:docMk/>
          <pc:sldMk cId="871545074" sldId="302"/>
        </pc:sldMkLst>
        <pc:spChg chg="mod">
          <ac:chgData name="William Estes" userId="a88fcdbc31b6f594" providerId="Windows Live" clId="Web-{10FD8D96-9E5A-4BEB-31AC-11A1018D4BCE}" dt="2020-08-30T22:05:58.839" v="1932" actId="20577"/>
          <ac:spMkLst>
            <pc:docMk/>
            <pc:sldMk cId="871545074" sldId="302"/>
            <ac:spMk id="3" creationId="{1095E837-F77E-AE4D-944C-919B5D780AAA}"/>
          </ac:spMkLst>
        </pc:spChg>
        <pc:picChg chg="add mod">
          <ac:chgData name="William Estes" userId="a88fcdbc31b6f594" providerId="Windows Live" clId="Web-{10FD8D96-9E5A-4BEB-31AC-11A1018D4BCE}" dt="2020-08-30T22:01:41.978" v="1869" actId="1076"/>
          <ac:picMkLst>
            <pc:docMk/>
            <pc:sldMk cId="871545074" sldId="302"/>
            <ac:picMk id="4" creationId="{D5B4F8F0-E1EC-45B9-8407-773939B2E634}"/>
          </ac:picMkLst>
        </pc:picChg>
        <pc:picChg chg="del">
          <ac:chgData name="William Estes" userId="a88fcdbc31b6f594" providerId="Windows Live" clId="Web-{10FD8D96-9E5A-4BEB-31AC-11A1018D4BCE}" dt="2020-08-30T22:01:13.868" v="1865"/>
          <ac:picMkLst>
            <pc:docMk/>
            <pc:sldMk cId="871545074" sldId="302"/>
            <ac:picMk id="5" creationId="{D37651DB-3834-493B-8A24-2FE8EFC6849E}"/>
          </ac:picMkLst>
        </pc:picChg>
      </pc:sldChg>
      <pc:sldChg chg="addSp delSp modSp add replId">
        <pc:chgData name="William Estes" userId="a88fcdbc31b6f594" providerId="Windows Live" clId="Web-{10FD8D96-9E5A-4BEB-31AC-11A1018D4BCE}" dt="2020-08-30T22:08:08.246" v="1941" actId="1076"/>
        <pc:sldMkLst>
          <pc:docMk/>
          <pc:sldMk cId="284483567" sldId="303"/>
        </pc:sldMkLst>
        <pc:spChg chg="mod">
          <ac:chgData name="William Estes" userId="a88fcdbc31b6f594" providerId="Windows Live" clId="Web-{10FD8D96-9E5A-4BEB-31AC-11A1018D4BCE}" dt="2020-08-30T22:05:48.073" v="1918" actId="20577"/>
          <ac:spMkLst>
            <pc:docMk/>
            <pc:sldMk cId="284483567" sldId="303"/>
            <ac:spMk id="3" creationId="{1095E837-F77E-AE4D-944C-919B5D780AAA}"/>
          </ac:spMkLst>
        </pc:spChg>
        <pc:picChg chg="del">
          <ac:chgData name="William Estes" userId="a88fcdbc31b6f594" providerId="Windows Live" clId="Web-{10FD8D96-9E5A-4BEB-31AC-11A1018D4BCE}" dt="2020-08-30T22:06:03.823" v="1934"/>
          <ac:picMkLst>
            <pc:docMk/>
            <pc:sldMk cId="284483567" sldId="303"/>
            <ac:picMk id="4" creationId="{D5B4F8F0-E1EC-45B9-8407-773939B2E634}"/>
          </ac:picMkLst>
        </pc:picChg>
        <pc:picChg chg="add mod">
          <ac:chgData name="William Estes" userId="a88fcdbc31b6f594" providerId="Windows Live" clId="Web-{10FD8D96-9E5A-4BEB-31AC-11A1018D4BCE}" dt="2020-08-30T22:06:38.511" v="1937" actId="14100"/>
          <ac:picMkLst>
            <pc:docMk/>
            <pc:sldMk cId="284483567" sldId="303"/>
            <ac:picMk id="5" creationId="{37922CBB-1EDC-42F3-87C5-053506E379CC}"/>
          </ac:picMkLst>
        </pc:picChg>
        <pc:picChg chg="add mod">
          <ac:chgData name="William Estes" userId="a88fcdbc31b6f594" providerId="Windows Live" clId="Web-{10FD8D96-9E5A-4BEB-31AC-11A1018D4BCE}" dt="2020-08-30T22:08:08.246" v="1941" actId="1076"/>
          <ac:picMkLst>
            <pc:docMk/>
            <pc:sldMk cId="284483567" sldId="303"/>
            <ac:picMk id="6" creationId="{16C7BFAC-F852-4D7A-8E04-672944FD9991}"/>
          </ac:picMkLst>
        </pc:picChg>
      </pc:sldChg>
    </pc:docChg>
  </pc:docChgLst>
  <pc:docChgLst>
    <pc:chgData name="William Estes" userId="a88fcdbc31b6f594" providerId="Windows Live" clId="Web-{048B71F3-FFDA-43BD-B242-0448124BCB70}"/>
    <pc:docChg chg="addSld modSld">
      <pc:chgData name="William Estes" userId="a88fcdbc31b6f594" providerId="Windows Live" clId="Web-{048B71F3-FFDA-43BD-B242-0448124BCB70}" dt="2020-09-28T15:33:18.736" v="141" actId="1076"/>
      <pc:docMkLst>
        <pc:docMk/>
      </pc:docMkLst>
      <pc:sldChg chg="addSp delSp modSp add replId">
        <pc:chgData name="William Estes" userId="a88fcdbc31b6f594" providerId="Windows Live" clId="Web-{048B71F3-FFDA-43BD-B242-0448124BCB70}" dt="2020-09-28T15:33:18.736" v="141" actId="1076"/>
        <pc:sldMkLst>
          <pc:docMk/>
          <pc:sldMk cId="3578039536" sldId="322"/>
        </pc:sldMkLst>
        <pc:spChg chg="mod">
          <ac:chgData name="William Estes" userId="a88fcdbc31b6f594" providerId="Windows Live" clId="Web-{048B71F3-FFDA-43BD-B242-0448124BCB70}" dt="2020-09-28T15:32:55.767" v="131" actId="20577"/>
          <ac:spMkLst>
            <pc:docMk/>
            <pc:sldMk cId="3578039536" sldId="322"/>
            <ac:spMk id="3" creationId="{1095E837-F77E-AE4D-944C-919B5D780AAA}"/>
          </ac:spMkLst>
        </pc:spChg>
        <pc:picChg chg="del">
          <ac:chgData name="William Estes" userId="a88fcdbc31b6f594" providerId="Windows Live" clId="Web-{048B71F3-FFDA-43BD-B242-0448124BCB70}" dt="2020-09-28T15:32:26.689" v="1"/>
          <ac:picMkLst>
            <pc:docMk/>
            <pc:sldMk cId="3578039536" sldId="322"/>
            <ac:picMk id="4" creationId="{DD5C9594-04F0-40A9-8986-17C053F8DE9F}"/>
          </ac:picMkLst>
        </pc:picChg>
        <pc:picChg chg="add mod">
          <ac:chgData name="William Estes" userId="a88fcdbc31b6f594" providerId="Windows Live" clId="Web-{048B71F3-FFDA-43BD-B242-0448124BCB70}" dt="2020-09-28T15:33:18.736" v="141" actId="1076"/>
          <ac:picMkLst>
            <pc:docMk/>
            <pc:sldMk cId="3578039536" sldId="322"/>
            <ac:picMk id="5" creationId="{966ED3F9-3F55-499D-944C-5E5BE235597E}"/>
          </ac:picMkLst>
        </pc:picChg>
      </pc:sldChg>
    </pc:docChg>
  </pc:docChgLst>
  <pc:docChgLst>
    <pc:chgData name="William Estes" userId="a88fcdbc31b6f594" providerId="Windows Live" clId="Web-{53BDE15D-C984-41FC-29A9-B9E08664827E}"/>
    <pc:docChg chg="addSld modSld sldOrd">
      <pc:chgData name="William Estes" userId="a88fcdbc31b6f594" providerId="Windows Live" clId="Web-{53BDE15D-C984-41FC-29A9-B9E08664827E}" dt="2020-09-01T03:31:16.808" v="92" actId="20577"/>
      <pc:docMkLst>
        <pc:docMk/>
      </pc:docMkLst>
      <pc:sldChg chg="modSp">
        <pc:chgData name="William Estes" userId="a88fcdbc31b6f594" providerId="Windows Live" clId="Web-{53BDE15D-C984-41FC-29A9-B9E08664827E}" dt="2020-09-01T03:30:18.011" v="63" actId="20577"/>
        <pc:sldMkLst>
          <pc:docMk/>
          <pc:sldMk cId="830997286" sldId="264"/>
        </pc:sldMkLst>
        <pc:spChg chg="mod">
          <ac:chgData name="William Estes" userId="a88fcdbc31b6f594" providerId="Windows Live" clId="Web-{53BDE15D-C984-41FC-29A9-B9E08664827E}" dt="2020-09-01T03:30:18.011" v="63" actId="20577"/>
          <ac:spMkLst>
            <pc:docMk/>
            <pc:sldMk cId="830997286" sldId="264"/>
            <ac:spMk id="3" creationId="{1095E837-F77E-AE4D-944C-919B5D780AAA}"/>
          </ac:spMkLst>
        </pc:spChg>
      </pc:sldChg>
      <pc:sldChg chg="add">
        <pc:chgData name="William Estes" userId="a88fcdbc31b6f594" providerId="Windows Live" clId="Web-{53BDE15D-C984-41FC-29A9-B9E08664827E}" dt="2020-09-01T03:29:57.323" v="0"/>
        <pc:sldMkLst>
          <pc:docMk/>
          <pc:sldMk cId="4242654959" sldId="304"/>
        </pc:sldMkLst>
      </pc:sldChg>
      <pc:sldChg chg="add">
        <pc:chgData name="William Estes" userId="a88fcdbc31b6f594" providerId="Windows Live" clId="Web-{53BDE15D-C984-41FC-29A9-B9E08664827E}" dt="2020-09-01T03:29:57.386" v="1"/>
        <pc:sldMkLst>
          <pc:docMk/>
          <pc:sldMk cId="2469544991" sldId="305"/>
        </pc:sldMkLst>
      </pc:sldChg>
      <pc:sldChg chg="add">
        <pc:chgData name="William Estes" userId="a88fcdbc31b6f594" providerId="Windows Live" clId="Web-{53BDE15D-C984-41FC-29A9-B9E08664827E}" dt="2020-09-01T03:29:57.448" v="2"/>
        <pc:sldMkLst>
          <pc:docMk/>
          <pc:sldMk cId="2651208645" sldId="306"/>
        </pc:sldMkLst>
      </pc:sldChg>
      <pc:sldChg chg="add ord">
        <pc:chgData name="William Estes" userId="a88fcdbc31b6f594" providerId="Windows Live" clId="Web-{53BDE15D-C984-41FC-29A9-B9E08664827E}" dt="2020-09-01T03:30:41.214" v="68"/>
        <pc:sldMkLst>
          <pc:docMk/>
          <pc:sldMk cId="746972265" sldId="307"/>
        </pc:sldMkLst>
      </pc:sldChg>
      <pc:sldChg chg="modSp new ord">
        <pc:chgData name="William Estes" userId="a88fcdbc31b6f594" providerId="Windows Live" clId="Web-{53BDE15D-C984-41FC-29A9-B9E08664827E}" dt="2020-09-01T03:31:16.808" v="91" actId="20577"/>
        <pc:sldMkLst>
          <pc:docMk/>
          <pc:sldMk cId="1575020086" sldId="308"/>
        </pc:sldMkLst>
        <pc:spChg chg="mod">
          <ac:chgData name="William Estes" userId="a88fcdbc31b6f594" providerId="Windows Live" clId="Web-{53BDE15D-C984-41FC-29A9-B9E08664827E}" dt="2020-09-01T03:31:13.464" v="86" actId="20577"/>
          <ac:spMkLst>
            <pc:docMk/>
            <pc:sldMk cId="1575020086" sldId="308"/>
            <ac:spMk id="2" creationId="{0F6302EC-90FC-4501-AFC3-D85168DEA26A}"/>
          </ac:spMkLst>
        </pc:spChg>
        <pc:spChg chg="mod">
          <ac:chgData name="William Estes" userId="a88fcdbc31b6f594" providerId="Windows Live" clId="Web-{53BDE15D-C984-41FC-29A9-B9E08664827E}" dt="2020-09-01T03:31:16.808" v="91" actId="20577"/>
          <ac:spMkLst>
            <pc:docMk/>
            <pc:sldMk cId="1575020086" sldId="308"/>
            <ac:spMk id="3" creationId="{CF346A43-8A67-4B2E-80E1-770DDD72F0D0}"/>
          </ac:spMkLst>
        </pc:spChg>
      </pc:sldChg>
    </pc:docChg>
  </pc:docChgLst>
  <pc:docChgLst>
    <pc:chgData name="William Estes" userId="a88fcdbc31b6f594" providerId="Windows Live" clId="Web-{CE5F4140-40DE-44BA-9A0C-8D03463ED76C}"/>
    <pc:docChg chg="addSld modSld sldOrd">
      <pc:chgData name="William Estes" userId="a88fcdbc31b6f594" providerId="Windows Live" clId="Web-{CE5F4140-40DE-44BA-9A0C-8D03463ED76C}" dt="2020-09-17T23:55:36.335" v="1760" actId="20577"/>
      <pc:docMkLst>
        <pc:docMk/>
      </pc:docMkLst>
      <pc:sldChg chg="modSp">
        <pc:chgData name="William Estes" userId="a88fcdbc31b6f594" providerId="Windows Live" clId="Web-{CE5F4140-40DE-44BA-9A0C-8D03463ED76C}" dt="2020-09-17T23:54:36.909" v="1691" actId="20577"/>
        <pc:sldMkLst>
          <pc:docMk/>
          <pc:sldMk cId="3421889743" sldId="277"/>
        </pc:sldMkLst>
        <pc:spChg chg="mod">
          <ac:chgData name="William Estes" userId="a88fcdbc31b6f594" providerId="Windows Live" clId="Web-{CE5F4140-40DE-44BA-9A0C-8D03463ED76C}" dt="2020-09-17T23:54:36.909" v="1691" actId="20577"/>
          <ac:spMkLst>
            <pc:docMk/>
            <pc:sldMk cId="3421889743" sldId="277"/>
            <ac:spMk id="4" creationId="{5C0E649D-E3FD-41FB-BA87-37C62725C740}"/>
          </ac:spMkLst>
        </pc:spChg>
      </pc:sldChg>
      <pc:sldChg chg="modSp">
        <pc:chgData name="William Estes" userId="a88fcdbc31b6f594" providerId="Windows Live" clId="Web-{CE5F4140-40DE-44BA-9A0C-8D03463ED76C}" dt="2020-09-17T23:55:36.335" v="1759" actId="20577"/>
        <pc:sldMkLst>
          <pc:docMk/>
          <pc:sldMk cId="496210837" sldId="280"/>
        </pc:sldMkLst>
        <pc:spChg chg="mod">
          <ac:chgData name="William Estes" userId="a88fcdbc31b6f594" providerId="Windows Live" clId="Web-{CE5F4140-40DE-44BA-9A0C-8D03463ED76C}" dt="2020-09-17T23:55:36.335" v="1759" actId="20577"/>
          <ac:spMkLst>
            <pc:docMk/>
            <pc:sldMk cId="496210837" sldId="280"/>
            <ac:spMk id="3" creationId="{3713A5A2-1019-0143-BC00-1B8B12D7C198}"/>
          </ac:spMkLst>
        </pc:spChg>
      </pc:sldChg>
      <pc:sldChg chg="modSp">
        <pc:chgData name="William Estes" userId="a88fcdbc31b6f594" providerId="Windows Live" clId="Web-{CE5F4140-40DE-44BA-9A0C-8D03463ED76C}" dt="2020-09-17T23:37:36.379" v="48" actId="20577"/>
        <pc:sldMkLst>
          <pc:docMk/>
          <pc:sldMk cId="1361839843" sldId="293"/>
        </pc:sldMkLst>
        <pc:spChg chg="mod">
          <ac:chgData name="William Estes" userId="a88fcdbc31b6f594" providerId="Windows Live" clId="Web-{CE5F4140-40DE-44BA-9A0C-8D03463ED76C}" dt="2020-09-17T23:37:36.379" v="48" actId="20577"/>
          <ac:spMkLst>
            <pc:docMk/>
            <pc:sldMk cId="1361839843" sldId="293"/>
            <ac:spMk id="2" creationId="{5C86CBF7-69F7-7B44-ABCE-F80D6130EA7B}"/>
          </ac:spMkLst>
        </pc:spChg>
      </pc:sldChg>
      <pc:sldChg chg="modSp">
        <pc:chgData name="William Estes" userId="a88fcdbc31b6f594" providerId="Windows Live" clId="Web-{CE5F4140-40DE-44BA-9A0C-8D03463ED76C}" dt="2020-09-17T23:36:56.173" v="20" actId="20577"/>
        <pc:sldMkLst>
          <pc:docMk/>
          <pc:sldMk cId="4080448644" sldId="299"/>
        </pc:sldMkLst>
        <pc:spChg chg="mod">
          <ac:chgData name="William Estes" userId="a88fcdbc31b6f594" providerId="Windows Live" clId="Web-{CE5F4140-40DE-44BA-9A0C-8D03463ED76C}" dt="2020-09-17T23:36:56.173" v="20" actId="20577"/>
          <ac:spMkLst>
            <pc:docMk/>
            <pc:sldMk cId="4080448644" sldId="299"/>
            <ac:spMk id="2" creationId="{5C86CBF7-69F7-7B44-ABCE-F80D6130EA7B}"/>
          </ac:spMkLst>
        </pc:spChg>
      </pc:sldChg>
      <pc:sldChg chg="modSp">
        <pc:chgData name="William Estes" userId="a88fcdbc31b6f594" providerId="Windows Live" clId="Web-{CE5F4140-40DE-44BA-9A0C-8D03463ED76C}" dt="2020-09-17T23:37:13.487" v="37" actId="20577"/>
        <pc:sldMkLst>
          <pc:docMk/>
          <pc:sldMk cId="4113558887" sldId="300"/>
        </pc:sldMkLst>
        <pc:spChg chg="mod">
          <ac:chgData name="William Estes" userId="a88fcdbc31b6f594" providerId="Windows Live" clId="Web-{CE5F4140-40DE-44BA-9A0C-8D03463ED76C}" dt="2020-09-17T23:37:13.487" v="37" actId="20577"/>
          <ac:spMkLst>
            <pc:docMk/>
            <pc:sldMk cId="4113558887" sldId="300"/>
            <ac:spMk id="2" creationId="{5C86CBF7-69F7-7B44-ABCE-F80D6130EA7B}"/>
          </ac:spMkLst>
        </pc:spChg>
      </pc:sldChg>
      <pc:sldChg chg="modSp">
        <pc:chgData name="William Estes" userId="a88fcdbc31b6f594" providerId="Windows Live" clId="Web-{CE5F4140-40DE-44BA-9A0C-8D03463ED76C}" dt="2020-09-17T23:37:18.284" v="40" actId="20577"/>
        <pc:sldMkLst>
          <pc:docMk/>
          <pc:sldMk cId="871545074" sldId="302"/>
        </pc:sldMkLst>
        <pc:spChg chg="mod">
          <ac:chgData name="William Estes" userId="a88fcdbc31b6f594" providerId="Windows Live" clId="Web-{CE5F4140-40DE-44BA-9A0C-8D03463ED76C}" dt="2020-09-17T23:37:18.284" v="40" actId="20577"/>
          <ac:spMkLst>
            <pc:docMk/>
            <pc:sldMk cId="871545074" sldId="302"/>
            <ac:spMk id="2" creationId="{5C86CBF7-69F7-7B44-ABCE-F80D6130EA7B}"/>
          </ac:spMkLst>
        </pc:spChg>
      </pc:sldChg>
      <pc:sldChg chg="modSp">
        <pc:chgData name="William Estes" userId="a88fcdbc31b6f594" providerId="Windows Live" clId="Web-{CE5F4140-40DE-44BA-9A0C-8D03463ED76C}" dt="2020-09-17T23:44:08.199" v="761" actId="1076"/>
        <pc:sldMkLst>
          <pc:docMk/>
          <pc:sldMk cId="284483567" sldId="303"/>
        </pc:sldMkLst>
        <pc:spChg chg="mod">
          <ac:chgData name="William Estes" userId="a88fcdbc31b6f594" providerId="Windows Live" clId="Web-{CE5F4140-40DE-44BA-9A0C-8D03463ED76C}" dt="2020-09-17T23:37:21.987" v="43" actId="20577"/>
          <ac:spMkLst>
            <pc:docMk/>
            <pc:sldMk cId="284483567" sldId="303"/>
            <ac:spMk id="2" creationId="{5C86CBF7-69F7-7B44-ABCE-F80D6130EA7B}"/>
          </ac:spMkLst>
        </pc:spChg>
        <pc:spChg chg="mod">
          <ac:chgData name="William Estes" userId="a88fcdbc31b6f594" providerId="Windows Live" clId="Web-{CE5F4140-40DE-44BA-9A0C-8D03463ED76C}" dt="2020-09-17T23:44:03.090" v="758" actId="20577"/>
          <ac:spMkLst>
            <pc:docMk/>
            <pc:sldMk cId="284483567" sldId="303"/>
            <ac:spMk id="3" creationId="{1095E837-F77E-AE4D-944C-919B5D780AAA}"/>
          </ac:spMkLst>
        </pc:spChg>
        <pc:picChg chg="mod">
          <ac:chgData name="William Estes" userId="a88fcdbc31b6f594" providerId="Windows Live" clId="Web-{CE5F4140-40DE-44BA-9A0C-8D03463ED76C}" dt="2020-09-17T23:44:08.199" v="761" actId="1076"/>
          <ac:picMkLst>
            <pc:docMk/>
            <pc:sldMk cId="284483567" sldId="303"/>
            <ac:picMk id="5" creationId="{37922CBB-1EDC-42F3-87C5-053506E379CC}"/>
          </ac:picMkLst>
        </pc:picChg>
      </pc:sldChg>
      <pc:sldChg chg="modSp">
        <pc:chgData name="William Estes" userId="a88fcdbc31b6f594" providerId="Windows Live" clId="Web-{CE5F4140-40DE-44BA-9A0C-8D03463ED76C}" dt="2020-09-17T23:37:39.691" v="52" actId="20577"/>
        <pc:sldMkLst>
          <pc:docMk/>
          <pc:sldMk cId="693750733" sldId="307"/>
        </pc:sldMkLst>
        <pc:spChg chg="mod">
          <ac:chgData name="William Estes" userId="a88fcdbc31b6f594" providerId="Windows Live" clId="Web-{CE5F4140-40DE-44BA-9A0C-8D03463ED76C}" dt="2020-09-17T23:37:39.691" v="52" actId="20577"/>
          <ac:spMkLst>
            <pc:docMk/>
            <pc:sldMk cId="693750733" sldId="307"/>
            <ac:spMk id="2" creationId="{5C86CBF7-69F7-7B44-ABCE-F80D6130EA7B}"/>
          </ac:spMkLst>
        </pc:spChg>
      </pc:sldChg>
      <pc:sldChg chg="modSp">
        <pc:chgData name="William Estes" userId="a88fcdbc31b6f594" providerId="Windows Live" clId="Web-{CE5F4140-40DE-44BA-9A0C-8D03463ED76C}" dt="2020-09-17T23:37:09.752" v="34" actId="20577"/>
        <pc:sldMkLst>
          <pc:docMk/>
          <pc:sldMk cId="2389922456" sldId="308"/>
        </pc:sldMkLst>
        <pc:spChg chg="mod">
          <ac:chgData name="William Estes" userId="a88fcdbc31b6f594" providerId="Windows Live" clId="Web-{CE5F4140-40DE-44BA-9A0C-8D03463ED76C}" dt="2020-09-17T23:37:09.752" v="34" actId="20577"/>
          <ac:spMkLst>
            <pc:docMk/>
            <pc:sldMk cId="2389922456" sldId="308"/>
            <ac:spMk id="2" creationId="{5C86CBF7-69F7-7B44-ABCE-F80D6130EA7B}"/>
          </ac:spMkLst>
        </pc:spChg>
      </pc:sldChg>
      <pc:sldChg chg="modSp">
        <pc:chgData name="William Estes" userId="a88fcdbc31b6f594" providerId="Windows Live" clId="Web-{CE5F4140-40DE-44BA-9A0C-8D03463ED76C}" dt="2020-09-17T23:36:58.189" v="22" actId="20577"/>
        <pc:sldMkLst>
          <pc:docMk/>
          <pc:sldMk cId="4150258742" sldId="309"/>
        </pc:sldMkLst>
        <pc:spChg chg="mod">
          <ac:chgData name="William Estes" userId="a88fcdbc31b6f594" providerId="Windows Live" clId="Web-{CE5F4140-40DE-44BA-9A0C-8D03463ED76C}" dt="2020-09-17T23:36:58.189" v="22" actId="20577"/>
          <ac:spMkLst>
            <pc:docMk/>
            <pc:sldMk cId="4150258742" sldId="309"/>
            <ac:spMk id="2" creationId="{5C86CBF7-69F7-7B44-ABCE-F80D6130EA7B}"/>
          </ac:spMkLst>
        </pc:spChg>
      </pc:sldChg>
      <pc:sldChg chg="modSp">
        <pc:chgData name="William Estes" userId="a88fcdbc31b6f594" providerId="Windows Live" clId="Web-{CE5F4140-40DE-44BA-9A0C-8D03463ED76C}" dt="2020-09-17T23:37:01.564" v="25" actId="20577"/>
        <pc:sldMkLst>
          <pc:docMk/>
          <pc:sldMk cId="2930964686" sldId="310"/>
        </pc:sldMkLst>
        <pc:spChg chg="mod">
          <ac:chgData name="William Estes" userId="a88fcdbc31b6f594" providerId="Windows Live" clId="Web-{CE5F4140-40DE-44BA-9A0C-8D03463ED76C}" dt="2020-09-17T23:37:01.564" v="25" actId="20577"/>
          <ac:spMkLst>
            <pc:docMk/>
            <pc:sldMk cId="2930964686" sldId="310"/>
            <ac:spMk id="2" creationId="{5C86CBF7-69F7-7B44-ABCE-F80D6130EA7B}"/>
          </ac:spMkLst>
        </pc:spChg>
      </pc:sldChg>
      <pc:sldChg chg="modSp">
        <pc:chgData name="William Estes" userId="a88fcdbc31b6f594" providerId="Windows Live" clId="Web-{CE5F4140-40DE-44BA-9A0C-8D03463ED76C}" dt="2020-09-17T23:37:03.845" v="28" actId="20577"/>
        <pc:sldMkLst>
          <pc:docMk/>
          <pc:sldMk cId="2986202744" sldId="311"/>
        </pc:sldMkLst>
        <pc:spChg chg="mod">
          <ac:chgData name="William Estes" userId="a88fcdbc31b6f594" providerId="Windows Live" clId="Web-{CE5F4140-40DE-44BA-9A0C-8D03463ED76C}" dt="2020-09-17T23:37:03.845" v="28" actId="20577"/>
          <ac:spMkLst>
            <pc:docMk/>
            <pc:sldMk cId="2986202744" sldId="311"/>
            <ac:spMk id="2" creationId="{5C86CBF7-69F7-7B44-ABCE-F80D6130EA7B}"/>
          </ac:spMkLst>
        </pc:spChg>
      </pc:sldChg>
      <pc:sldChg chg="modSp">
        <pc:chgData name="William Estes" userId="a88fcdbc31b6f594" providerId="Windows Live" clId="Web-{CE5F4140-40DE-44BA-9A0C-8D03463ED76C}" dt="2020-09-17T23:37:06.299" v="31" actId="20577"/>
        <pc:sldMkLst>
          <pc:docMk/>
          <pc:sldMk cId="2515487716" sldId="312"/>
        </pc:sldMkLst>
        <pc:spChg chg="mod">
          <ac:chgData name="William Estes" userId="a88fcdbc31b6f594" providerId="Windows Live" clId="Web-{CE5F4140-40DE-44BA-9A0C-8D03463ED76C}" dt="2020-09-17T23:37:06.299" v="31" actId="20577"/>
          <ac:spMkLst>
            <pc:docMk/>
            <pc:sldMk cId="2515487716" sldId="312"/>
            <ac:spMk id="2" creationId="{5C86CBF7-69F7-7B44-ABCE-F80D6130EA7B}"/>
          </ac:spMkLst>
        </pc:spChg>
      </pc:sldChg>
      <pc:sldChg chg="modSp add ord replId">
        <pc:chgData name="William Estes" userId="a88fcdbc31b6f594" providerId="Windows Live" clId="Web-{CE5F4140-40DE-44BA-9A0C-8D03463ED76C}" dt="2020-09-17T23:43:06.774" v="744" actId="20577"/>
        <pc:sldMkLst>
          <pc:docMk/>
          <pc:sldMk cId="583861919" sldId="313"/>
        </pc:sldMkLst>
        <pc:spChg chg="mod">
          <ac:chgData name="William Estes" userId="a88fcdbc31b6f594" providerId="Windows Live" clId="Web-{CE5F4140-40DE-44BA-9A0C-8D03463ED76C}" dt="2020-09-17T23:43:06.774" v="744" actId="20577"/>
          <ac:spMkLst>
            <pc:docMk/>
            <pc:sldMk cId="583861919" sldId="313"/>
            <ac:spMk id="4" creationId="{5C0E649D-E3FD-41FB-BA87-37C62725C740}"/>
          </ac:spMkLst>
        </pc:spChg>
      </pc:sldChg>
      <pc:sldChg chg="delSp modSp add replId">
        <pc:chgData name="William Estes" userId="a88fcdbc31b6f594" providerId="Windows Live" clId="Web-{CE5F4140-40DE-44BA-9A0C-8D03463ED76C}" dt="2020-09-17T23:49:15.437" v="973" actId="20577"/>
        <pc:sldMkLst>
          <pc:docMk/>
          <pc:sldMk cId="2249344648" sldId="314"/>
        </pc:sldMkLst>
        <pc:spChg chg="mod">
          <ac:chgData name="William Estes" userId="a88fcdbc31b6f594" providerId="Windows Live" clId="Web-{CE5F4140-40DE-44BA-9A0C-8D03463ED76C}" dt="2020-09-17T23:49:15.437" v="973" actId="20577"/>
          <ac:spMkLst>
            <pc:docMk/>
            <pc:sldMk cId="2249344648" sldId="314"/>
            <ac:spMk id="3" creationId="{1095E837-F77E-AE4D-944C-919B5D780AAA}"/>
          </ac:spMkLst>
        </pc:spChg>
        <pc:picChg chg="del">
          <ac:chgData name="William Estes" userId="a88fcdbc31b6f594" providerId="Windows Live" clId="Web-{CE5F4140-40DE-44BA-9A0C-8D03463ED76C}" dt="2020-09-17T23:44:23.638" v="763"/>
          <ac:picMkLst>
            <pc:docMk/>
            <pc:sldMk cId="2249344648" sldId="314"/>
            <ac:picMk id="5" creationId="{37922CBB-1EDC-42F3-87C5-053506E379CC}"/>
          </ac:picMkLst>
        </pc:picChg>
        <pc:picChg chg="del">
          <ac:chgData name="William Estes" userId="a88fcdbc31b6f594" providerId="Windows Live" clId="Web-{CE5F4140-40DE-44BA-9A0C-8D03463ED76C}" dt="2020-09-17T23:44:25.216" v="764"/>
          <ac:picMkLst>
            <pc:docMk/>
            <pc:sldMk cId="2249344648" sldId="314"/>
            <ac:picMk id="6" creationId="{16C7BFAC-F852-4D7A-8E04-672944FD9991}"/>
          </ac:picMkLst>
        </pc:picChg>
      </pc:sldChg>
    </pc:docChg>
  </pc:docChgLst>
  <pc:docChgLst>
    <pc:chgData name="William Estes" userId="a88fcdbc31b6f594" providerId="Windows Live" clId="Web-{9D5E7661-3202-4CBF-D9D6-3C97B3B5A29F}"/>
    <pc:docChg chg="addSld modSld">
      <pc:chgData name="William Estes" userId="a88fcdbc31b6f594" providerId="Windows Live" clId="Web-{9D5E7661-3202-4CBF-D9D6-3C97B3B5A29F}" dt="2020-08-30T17:39:55.940" v="307" actId="20577"/>
      <pc:docMkLst>
        <pc:docMk/>
      </pc:docMkLst>
      <pc:sldChg chg="modSp">
        <pc:chgData name="William Estes" userId="a88fcdbc31b6f594" providerId="Windows Live" clId="Web-{9D5E7661-3202-4CBF-D9D6-3C97B3B5A29F}" dt="2020-08-30T16:59:29.002" v="17" actId="1076"/>
        <pc:sldMkLst>
          <pc:docMk/>
          <pc:sldMk cId="1056604679" sldId="260"/>
        </pc:sldMkLst>
        <pc:spChg chg="mod">
          <ac:chgData name="William Estes" userId="a88fcdbc31b6f594" providerId="Windows Live" clId="Web-{9D5E7661-3202-4CBF-D9D6-3C97B3B5A29F}" dt="2020-08-30T16:59:18.814" v="12" actId="20577"/>
          <ac:spMkLst>
            <pc:docMk/>
            <pc:sldMk cId="1056604679" sldId="260"/>
            <ac:spMk id="3" creationId="{3713A5A2-1019-0143-BC00-1B8B12D7C198}"/>
          </ac:spMkLst>
        </pc:spChg>
        <pc:picChg chg="mod">
          <ac:chgData name="William Estes" userId="a88fcdbc31b6f594" providerId="Windows Live" clId="Web-{9D5E7661-3202-4CBF-D9D6-3C97B3B5A29F}" dt="2020-08-30T16:59:29.002" v="17" actId="1076"/>
          <ac:picMkLst>
            <pc:docMk/>
            <pc:sldMk cId="1056604679" sldId="260"/>
            <ac:picMk id="7" creationId="{7D0999C3-1D3F-4622-9A1B-8DC734094F20}"/>
          </ac:picMkLst>
        </pc:picChg>
      </pc:sldChg>
      <pc:sldChg chg="modSp">
        <pc:chgData name="William Estes" userId="a88fcdbc31b6f594" providerId="Windows Live" clId="Web-{9D5E7661-3202-4CBF-D9D6-3C97B3B5A29F}" dt="2020-08-30T17:04:53.993" v="50" actId="20577"/>
        <pc:sldMkLst>
          <pc:docMk/>
          <pc:sldMk cId="2341259573" sldId="265"/>
        </pc:sldMkLst>
        <pc:spChg chg="mod">
          <ac:chgData name="William Estes" userId="a88fcdbc31b6f594" providerId="Windows Live" clId="Web-{9D5E7661-3202-4CBF-D9D6-3C97B3B5A29F}" dt="2020-08-30T17:04:53.993" v="50" actId="20577"/>
          <ac:spMkLst>
            <pc:docMk/>
            <pc:sldMk cId="2341259573" sldId="265"/>
            <ac:spMk id="3" creationId="{3713A5A2-1019-0143-BC00-1B8B12D7C198}"/>
          </ac:spMkLst>
        </pc:spChg>
      </pc:sldChg>
      <pc:sldChg chg="modSp">
        <pc:chgData name="William Estes" userId="a88fcdbc31b6f594" providerId="Windows Live" clId="Web-{9D5E7661-3202-4CBF-D9D6-3C97B3B5A29F}" dt="2020-08-30T17:17:31.820" v="55" actId="1076"/>
        <pc:sldMkLst>
          <pc:docMk/>
          <pc:sldMk cId="1244393583" sldId="266"/>
        </pc:sldMkLst>
        <pc:picChg chg="mod">
          <ac:chgData name="William Estes" userId="a88fcdbc31b6f594" providerId="Windows Live" clId="Web-{9D5E7661-3202-4CBF-D9D6-3C97B3B5A29F}" dt="2020-08-30T17:17:29.929" v="54" actId="1076"/>
          <ac:picMkLst>
            <pc:docMk/>
            <pc:sldMk cId="1244393583" sldId="266"/>
            <ac:picMk id="4" creationId="{AC9A6746-5AD2-4677-98D0-BEC258B8AE22}"/>
          </ac:picMkLst>
        </pc:picChg>
        <pc:picChg chg="mod">
          <ac:chgData name="William Estes" userId="a88fcdbc31b6f594" providerId="Windows Live" clId="Web-{9D5E7661-3202-4CBF-D9D6-3C97B3B5A29F}" dt="2020-08-30T17:17:31.820" v="55" actId="1076"/>
          <ac:picMkLst>
            <pc:docMk/>
            <pc:sldMk cId="1244393583" sldId="266"/>
            <ac:picMk id="5" creationId="{C4BD236A-ACF3-4D6E-B512-AAFF393A184A}"/>
          </ac:picMkLst>
        </pc:picChg>
      </pc:sldChg>
      <pc:sldChg chg="modSp">
        <pc:chgData name="William Estes" userId="a88fcdbc31b6f594" providerId="Windows Live" clId="Web-{9D5E7661-3202-4CBF-D9D6-3C97B3B5A29F}" dt="2020-08-30T17:39:47.064" v="305" actId="20577"/>
        <pc:sldMkLst>
          <pc:docMk/>
          <pc:sldMk cId="496210837" sldId="280"/>
        </pc:sldMkLst>
        <pc:spChg chg="mod">
          <ac:chgData name="William Estes" userId="a88fcdbc31b6f594" providerId="Windows Live" clId="Web-{9D5E7661-3202-4CBF-D9D6-3C97B3B5A29F}" dt="2020-08-30T17:39:47.064" v="305" actId="20577"/>
          <ac:spMkLst>
            <pc:docMk/>
            <pc:sldMk cId="496210837" sldId="280"/>
            <ac:spMk id="3" creationId="{3713A5A2-1019-0143-BC00-1B8B12D7C198}"/>
          </ac:spMkLst>
        </pc:spChg>
      </pc:sldChg>
      <pc:sldChg chg="modSp">
        <pc:chgData name="William Estes" userId="a88fcdbc31b6f594" providerId="Windows Live" clId="Web-{9D5E7661-3202-4CBF-D9D6-3C97B3B5A29F}" dt="2020-08-30T17:00:17.941" v="31" actId="20577"/>
        <pc:sldMkLst>
          <pc:docMk/>
          <pc:sldMk cId="1784549319" sldId="281"/>
        </pc:sldMkLst>
        <pc:spChg chg="mod">
          <ac:chgData name="William Estes" userId="a88fcdbc31b6f594" providerId="Windows Live" clId="Web-{9D5E7661-3202-4CBF-D9D6-3C97B3B5A29F}" dt="2020-08-30T17:00:17.941" v="31" actId="20577"/>
          <ac:spMkLst>
            <pc:docMk/>
            <pc:sldMk cId="1784549319" sldId="281"/>
            <ac:spMk id="6" creationId="{FDB60DBF-F433-4057-85ED-960E10BB18C1}"/>
          </ac:spMkLst>
        </pc:spChg>
      </pc:sldChg>
      <pc:sldChg chg="modSp add replId">
        <pc:chgData name="William Estes" userId="a88fcdbc31b6f594" providerId="Windows Live" clId="Web-{9D5E7661-3202-4CBF-D9D6-3C97B3B5A29F}" dt="2020-08-30T17:38:23.844" v="280" actId="20577"/>
        <pc:sldMkLst>
          <pc:docMk/>
          <pc:sldMk cId="433070316" sldId="300"/>
        </pc:sldMkLst>
        <pc:spChg chg="mod">
          <ac:chgData name="William Estes" userId="a88fcdbc31b6f594" providerId="Windows Live" clId="Web-{9D5E7661-3202-4CBF-D9D6-3C97B3B5A29F}" dt="2020-08-30T17:38:23.844" v="280" actId="20577"/>
          <ac:spMkLst>
            <pc:docMk/>
            <pc:sldMk cId="433070316" sldId="300"/>
            <ac:spMk id="4" creationId="{5C0E649D-E3FD-41FB-BA87-37C62725C740}"/>
          </ac:spMkLst>
        </pc:spChg>
      </pc:sldChg>
    </pc:docChg>
  </pc:docChgLst>
  <pc:docChgLst>
    <pc:chgData name="William Estes" userId="a88fcdbc31b6f594" providerId="Windows Live" clId="Web-{7B637E83-0FC2-4AAD-5131-320C78923F12}"/>
    <pc:docChg chg="modSld">
      <pc:chgData name="William Estes" userId="a88fcdbc31b6f594" providerId="Windows Live" clId="Web-{7B637E83-0FC2-4AAD-5131-320C78923F12}" dt="2020-09-03T16:34:49.766" v="51" actId="20577"/>
      <pc:docMkLst>
        <pc:docMk/>
      </pc:docMkLst>
      <pc:sldChg chg="modSp">
        <pc:chgData name="William Estes" userId="a88fcdbc31b6f594" providerId="Windows Live" clId="Web-{7B637E83-0FC2-4AAD-5131-320C78923F12}" dt="2020-09-03T16:34:49.766" v="50" actId="20577"/>
        <pc:sldMkLst>
          <pc:docMk/>
          <pc:sldMk cId="496210837" sldId="280"/>
        </pc:sldMkLst>
        <pc:spChg chg="mod">
          <ac:chgData name="William Estes" userId="a88fcdbc31b6f594" providerId="Windows Live" clId="Web-{7B637E83-0FC2-4AAD-5131-320C78923F12}" dt="2020-09-03T16:34:49.766" v="50" actId="20577"/>
          <ac:spMkLst>
            <pc:docMk/>
            <pc:sldMk cId="496210837" sldId="280"/>
            <ac:spMk id="3" creationId="{3713A5A2-1019-0143-BC00-1B8B12D7C198}"/>
          </ac:spMkLst>
        </pc:spChg>
      </pc:sldChg>
    </pc:docChg>
  </pc:docChgLst>
  <pc:docChgLst>
    <pc:chgData name="William Estes" userId="a88fcdbc31b6f594" providerId="Windows Live" clId="Web-{5B23830A-885F-4AA1-A0A2-535D71453C14}"/>
    <pc:docChg chg="modSld">
      <pc:chgData name="William Estes" userId="a88fcdbc31b6f594" providerId="Windows Live" clId="Web-{5B23830A-885F-4AA1-A0A2-535D71453C14}" dt="2020-08-22T17:18:03.769" v="356" actId="20577"/>
      <pc:docMkLst>
        <pc:docMk/>
      </pc:docMkLst>
      <pc:sldChg chg="modSp">
        <pc:chgData name="William Estes" userId="a88fcdbc31b6f594" providerId="Windows Live" clId="Web-{5B23830A-885F-4AA1-A0A2-535D71453C14}" dt="2020-08-22T17:18:03.769" v="355" actId="20577"/>
        <pc:sldMkLst>
          <pc:docMk/>
          <pc:sldMk cId="496210837" sldId="280"/>
        </pc:sldMkLst>
        <pc:spChg chg="mod">
          <ac:chgData name="William Estes" userId="a88fcdbc31b6f594" providerId="Windows Live" clId="Web-{5B23830A-885F-4AA1-A0A2-535D71453C14}" dt="2020-08-22T17:18:03.769" v="355" actId="20577"/>
          <ac:spMkLst>
            <pc:docMk/>
            <pc:sldMk cId="496210837" sldId="280"/>
            <ac:spMk id="3" creationId="{3713A5A2-1019-0143-BC00-1B8B12D7C198}"/>
          </ac:spMkLst>
        </pc:spChg>
      </pc:sldChg>
    </pc:docChg>
  </pc:docChgLst>
  <pc:docChgLst>
    <pc:chgData name="William Estes" userId="a88fcdbc31b6f594" providerId="Windows Live" clId="Web-{8F06B30D-5450-4A8D-8F16-9877584EE464}"/>
    <pc:docChg chg="addSld delSld modSld">
      <pc:chgData name="William Estes" userId="a88fcdbc31b6f594" providerId="Windows Live" clId="Web-{8F06B30D-5450-4A8D-8F16-9877584EE464}" dt="2020-09-24T17:01:08.508" v="1062" actId="20577"/>
      <pc:docMkLst>
        <pc:docMk/>
      </pc:docMkLst>
      <pc:sldChg chg="modSp">
        <pc:chgData name="William Estes" userId="a88fcdbc31b6f594" providerId="Windows Live" clId="Web-{8F06B30D-5450-4A8D-8F16-9877584EE464}" dt="2020-09-24T17:01:04.633" v="1059" actId="20577"/>
        <pc:sldMkLst>
          <pc:docMk/>
          <pc:sldMk cId="496210837" sldId="280"/>
        </pc:sldMkLst>
        <pc:spChg chg="mod">
          <ac:chgData name="William Estes" userId="a88fcdbc31b6f594" providerId="Windows Live" clId="Web-{8F06B30D-5450-4A8D-8F16-9877584EE464}" dt="2020-09-24T17:01:04.633" v="1059" actId="20577"/>
          <ac:spMkLst>
            <pc:docMk/>
            <pc:sldMk cId="496210837" sldId="280"/>
            <ac:spMk id="3" creationId="{3713A5A2-1019-0143-BC00-1B8B12D7C198}"/>
          </ac:spMkLst>
        </pc:spChg>
      </pc:sldChg>
      <pc:sldChg chg="modSp">
        <pc:chgData name="William Estes" userId="a88fcdbc31b6f594" providerId="Windows Live" clId="Web-{8F06B30D-5450-4A8D-8F16-9877584EE464}" dt="2020-09-24T16:25:40.547" v="94" actId="20577"/>
        <pc:sldMkLst>
          <pc:docMk/>
          <pc:sldMk cId="1879937280" sldId="316"/>
        </pc:sldMkLst>
        <pc:spChg chg="mod">
          <ac:chgData name="William Estes" userId="a88fcdbc31b6f594" providerId="Windows Live" clId="Web-{8F06B30D-5450-4A8D-8F16-9877584EE464}" dt="2020-09-24T16:25:40.547" v="94" actId="20577"/>
          <ac:spMkLst>
            <pc:docMk/>
            <pc:sldMk cId="1879937280" sldId="316"/>
            <ac:spMk id="3" creationId="{1095E837-F77E-AE4D-944C-919B5D780AAA}"/>
          </ac:spMkLst>
        </pc:spChg>
      </pc:sldChg>
      <pc:sldChg chg="addSp delSp modSp">
        <pc:chgData name="William Estes" userId="a88fcdbc31b6f594" providerId="Windows Live" clId="Web-{8F06B30D-5450-4A8D-8F16-9877584EE464}" dt="2020-09-24T16:35:14.752" v="958" actId="1076"/>
        <pc:sldMkLst>
          <pc:docMk/>
          <pc:sldMk cId="3329235952" sldId="318"/>
        </pc:sldMkLst>
        <pc:spChg chg="mod">
          <ac:chgData name="William Estes" userId="a88fcdbc31b6f594" providerId="Windows Live" clId="Web-{8F06B30D-5450-4A8D-8F16-9877584EE464}" dt="2020-09-24T16:34:41.830" v="952" actId="20577"/>
          <ac:spMkLst>
            <pc:docMk/>
            <pc:sldMk cId="3329235952" sldId="318"/>
            <ac:spMk id="3" creationId="{1095E837-F77E-AE4D-944C-919B5D780AAA}"/>
          </ac:spMkLst>
        </pc:spChg>
        <pc:picChg chg="del">
          <ac:chgData name="William Estes" userId="a88fcdbc31b6f594" providerId="Windows Live" clId="Web-{8F06B30D-5450-4A8D-8F16-9877584EE464}" dt="2020-09-24T16:26:19.453" v="155"/>
          <ac:picMkLst>
            <pc:docMk/>
            <pc:sldMk cId="3329235952" sldId="318"/>
            <ac:picMk id="4" creationId="{B6690FE0-F69A-4727-B67B-8D6CF2C2F3F5}"/>
          </ac:picMkLst>
        </pc:picChg>
        <pc:picChg chg="add mod">
          <ac:chgData name="William Estes" userId="a88fcdbc31b6f594" providerId="Windows Live" clId="Web-{8F06B30D-5450-4A8D-8F16-9877584EE464}" dt="2020-09-24T16:35:14.752" v="958" actId="1076"/>
          <ac:picMkLst>
            <pc:docMk/>
            <pc:sldMk cId="3329235952" sldId="318"/>
            <ac:picMk id="5" creationId="{D53E89CE-B138-4BAB-94B7-F8B134715B72}"/>
          </ac:picMkLst>
        </pc:picChg>
      </pc:sldChg>
      <pc:sldChg chg="modSp del">
        <pc:chgData name="William Estes" userId="a88fcdbc31b6f594" providerId="Windows Live" clId="Web-{8F06B30D-5450-4A8D-8F16-9877584EE464}" dt="2020-09-24T17:00:33.289" v="1004"/>
        <pc:sldMkLst>
          <pc:docMk/>
          <pc:sldMk cId="899625132" sldId="319"/>
        </pc:sldMkLst>
        <pc:spChg chg="mod">
          <ac:chgData name="William Estes" userId="a88fcdbc31b6f594" providerId="Windows Live" clId="Web-{8F06B30D-5450-4A8D-8F16-9877584EE464}" dt="2020-09-24T17:00:31.367" v="1001" actId="20577"/>
          <ac:spMkLst>
            <pc:docMk/>
            <pc:sldMk cId="899625132" sldId="319"/>
            <ac:spMk id="3" creationId="{1095E837-F77E-AE4D-944C-919B5D780AAA}"/>
          </ac:spMkLst>
        </pc:spChg>
      </pc:sldChg>
      <pc:sldChg chg="addSp delSp modSp add replId">
        <pc:chgData name="William Estes" userId="a88fcdbc31b6f594" providerId="Windows Live" clId="Web-{8F06B30D-5450-4A8D-8F16-9877584EE464}" dt="2020-09-24T16:57:32.038" v="1000" actId="1076"/>
        <pc:sldMkLst>
          <pc:docMk/>
          <pc:sldMk cId="2599954879" sldId="320"/>
        </pc:sldMkLst>
        <pc:spChg chg="mod">
          <ac:chgData name="William Estes" userId="a88fcdbc31b6f594" providerId="Windows Live" clId="Web-{8F06B30D-5450-4A8D-8F16-9877584EE464}" dt="2020-09-24T16:57:25.694" v="994" actId="20577"/>
          <ac:spMkLst>
            <pc:docMk/>
            <pc:sldMk cId="2599954879" sldId="320"/>
            <ac:spMk id="3" creationId="{1095E837-F77E-AE4D-944C-919B5D780AAA}"/>
          </ac:spMkLst>
        </pc:spChg>
        <pc:picChg chg="add mod">
          <ac:chgData name="William Estes" userId="a88fcdbc31b6f594" providerId="Windows Live" clId="Web-{8F06B30D-5450-4A8D-8F16-9877584EE464}" dt="2020-09-24T16:57:28.991" v="998" actId="1076"/>
          <ac:picMkLst>
            <pc:docMk/>
            <pc:sldMk cId="2599954879" sldId="320"/>
            <ac:picMk id="4" creationId="{494012A6-422F-4CBE-9D4A-3611A2DE0D35}"/>
          </ac:picMkLst>
        </pc:picChg>
        <pc:picChg chg="del">
          <ac:chgData name="William Estes" userId="a88fcdbc31b6f594" providerId="Windows Live" clId="Web-{8F06B30D-5450-4A8D-8F16-9877584EE464}" dt="2020-09-24T16:55:35.475" v="963"/>
          <ac:picMkLst>
            <pc:docMk/>
            <pc:sldMk cId="2599954879" sldId="320"/>
            <ac:picMk id="5" creationId="{D53E89CE-B138-4BAB-94B7-F8B134715B72}"/>
          </ac:picMkLst>
        </pc:picChg>
        <pc:picChg chg="add mod">
          <ac:chgData name="William Estes" userId="a88fcdbc31b6f594" providerId="Windows Live" clId="Web-{8F06B30D-5450-4A8D-8F16-9877584EE464}" dt="2020-09-24T16:57:32.038" v="1000" actId="1076"/>
          <ac:picMkLst>
            <pc:docMk/>
            <pc:sldMk cId="2599954879" sldId="320"/>
            <ac:picMk id="6" creationId="{E6AA1DBE-B8D8-40B7-96E0-31D7EB8E156D}"/>
          </ac:picMkLst>
        </pc:picChg>
      </pc:sldChg>
    </pc:docChg>
  </pc:docChgLst>
  <pc:docChgLst>
    <pc:chgData name="William Estes" userId="a88fcdbc31b6f594" providerId="Windows Live" clId="Web-{DB70B1DC-F3CD-4B79-55DF-C938D75B7304}"/>
    <pc:docChg chg="addSld modSld">
      <pc:chgData name="William Estes" userId="a88fcdbc31b6f594" providerId="Windows Live" clId="Web-{DB70B1DC-F3CD-4B79-55DF-C938D75B7304}" dt="2020-08-28T21:42:28.684" v="940" actId="14100"/>
      <pc:docMkLst>
        <pc:docMk/>
      </pc:docMkLst>
      <pc:sldChg chg="addSp modSp add replId">
        <pc:chgData name="William Estes" userId="a88fcdbc31b6f594" providerId="Windows Live" clId="Web-{DB70B1DC-F3CD-4B79-55DF-C938D75B7304}" dt="2020-08-28T21:20:49.567" v="327" actId="1076"/>
        <pc:sldMkLst>
          <pc:docMk/>
          <pc:sldMk cId="3007801671" sldId="291"/>
        </pc:sldMkLst>
        <pc:spChg chg="mod">
          <ac:chgData name="William Estes" userId="a88fcdbc31b6f594" providerId="Windows Live" clId="Web-{DB70B1DC-F3CD-4B79-55DF-C938D75B7304}" dt="2020-08-28T21:04:07.078" v="16" actId="20577"/>
          <ac:spMkLst>
            <pc:docMk/>
            <pc:sldMk cId="3007801671" sldId="291"/>
            <ac:spMk id="2" creationId="{5C86CBF7-69F7-7B44-ABCE-F80D6130EA7B}"/>
          </ac:spMkLst>
        </pc:spChg>
        <pc:spChg chg="mod">
          <ac:chgData name="William Estes" userId="a88fcdbc31b6f594" providerId="Windows Live" clId="Web-{DB70B1DC-F3CD-4B79-55DF-C938D75B7304}" dt="2020-08-28T21:20:09.333" v="313" actId="20577"/>
          <ac:spMkLst>
            <pc:docMk/>
            <pc:sldMk cId="3007801671" sldId="291"/>
            <ac:spMk id="3" creationId="{1095E837-F77E-AE4D-944C-919B5D780AAA}"/>
          </ac:spMkLst>
        </pc:spChg>
        <pc:spChg chg="add mod">
          <ac:chgData name="William Estes" userId="a88fcdbc31b6f594" providerId="Windows Live" clId="Web-{DB70B1DC-F3CD-4B79-55DF-C938D75B7304}" dt="2020-08-28T21:15:38.066" v="157" actId="1076"/>
          <ac:spMkLst>
            <pc:docMk/>
            <pc:sldMk cId="3007801671" sldId="291"/>
            <ac:spMk id="4" creationId="{ADB1C674-FD00-4D6C-866A-6C5E6B13E5F3}"/>
          </ac:spMkLst>
        </pc:spChg>
        <pc:spChg chg="add mod">
          <ac:chgData name="William Estes" userId="a88fcdbc31b6f594" providerId="Windows Live" clId="Web-{DB70B1DC-F3CD-4B79-55DF-C938D75B7304}" dt="2020-08-28T21:14:30.643" v="116" actId="1076"/>
          <ac:spMkLst>
            <pc:docMk/>
            <pc:sldMk cId="3007801671" sldId="291"/>
            <ac:spMk id="5" creationId="{4952BA95-9BBD-41E0-9E5D-9FA167EAC776}"/>
          </ac:spMkLst>
        </pc:spChg>
        <pc:spChg chg="add mod">
          <ac:chgData name="William Estes" userId="a88fcdbc31b6f594" providerId="Windows Live" clId="Web-{DB70B1DC-F3CD-4B79-55DF-C938D75B7304}" dt="2020-08-28T21:15:45.597" v="160" actId="1076"/>
          <ac:spMkLst>
            <pc:docMk/>
            <pc:sldMk cId="3007801671" sldId="291"/>
            <ac:spMk id="6" creationId="{3A659AA7-456C-4E13-9785-37DE36D63852}"/>
          </ac:spMkLst>
        </pc:spChg>
        <pc:spChg chg="add mod">
          <ac:chgData name="William Estes" userId="a88fcdbc31b6f594" providerId="Windows Live" clId="Web-{DB70B1DC-F3CD-4B79-55DF-C938D75B7304}" dt="2020-08-28T21:20:20.927" v="317" actId="14100"/>
          <ac:spMkLst>
            <pc:docMk/>
            <pc:sldMk cId="3007801671" sldId="291"/>
            <ac:spMk id="7" creationId="{7886BCBF-684F-4CAE-A080-5AC735A7B257}"/>
          </ac:spMkLst>
        </pc:spChg>
        <pc:spChg chg="add mod">
          <ac:chgData name="William Estes" userId="a88fcdbc31b6f594" providerId="Windows Live" clId="Web-{DB70B1DC-F3CD-4B79-55DF-C938D75B7304}" dt="2020-08-28T21:20:24.989" v="319" actId="1076"/>
          <ac:spMkLst>
            <pc:docMk/>
            <pc:sldMk cId="3007801671" sldId="291"/>
            <ac:spMk id="8" creationId="{54FC6B76-B785-4E1A-B012-472FF0BBF661}"/>
          </ac:spMkLst>
        </pc:spChg>
        <pc:spChg chg="add mod">
          <ac:chgData name="William Estes" userId="a88fcdbc31b6f594" providerId="Windows Live" clId="Web-{DB70B1DC-F3CD-4B79-55DF-C938D75B7304}" dt="2020-08-28T21:20:29.411" v="322" actId="14100"/>
          <ac:spMkLst>
            <pc:docMk/>
            <pc:sldMk cId="3007801671" sldId="291"/>
            <ac:spMk id="9" creationId="{224E8681-C71E-4740-BFB7-94339D774377}"/>
          </ac:spMkLst>
        </pc:spChg>
        <pc:spChg chg="add mod">
          <ac:chgData name="William Estes" userId="a88fcdbc31b6f594" providerId="Windows Live" clId="Web-{DB70B1DC-F3CD-4B79-55DF-C938D75B7304}" dt="2020-08-28T21:20:49.567" v="327" actId="1076"/>
          <ac:spMkLst>
            <pc:docMk/>
            <pc:sldMk cId="3007801671" sldId="291"/>
            <ac:spMk id="10" creationId="{1D4A377E-20E9-42FA-9CBD-693081493559}"/>
          </ac:spMkLst>
        </pc:spChg>
      </pc:sldChg>
      <pc:sldChg chg="addSp delSp modSp add replId">
        <pc:chgData name="William Estes" userId="a88fcdbc31b6f594" providerId="Windows Live" clId="Web-{DB70B1DC-F3CD-4B79-55DF-C938D75B7304}" dt="2020-08-28T21:26:55.476" v="549" actId="1076"/>
        <pc:sldMkLst>
          <pc:docMk/>
          <pc:sldMk cId="171356189" sldId="292"/>
        </pc:sldMkLst>
        <pc:spChg chg="mod">
          <ac:chgData name="William Estes" userId="a88fcdbc31b6f594" providerId="Windows Live" clId="Web-{DB70B1DC-F3CD-4B79-55DF-C938D75B7304}" dt="2020-08-28T21:24:18.256" v="416" actId="20577"/>
          <ac:spMkLst>
            <pc:docMk/>
            <pc:sldMk cId="171356189" sldId="292"/>
            <ac:spMk id="3" creationId="{1095E837-F77E-AE4D-944C-919B5D780AAA}"/>
          </ac:spMkLst>
        </pc:spChg>
        <pc:spChg chg="mod">
          <ac:chgData name="William Estes" userId="a88fcdbc31b6f594" providerId="Windows Live" clId="Web-{DB70B1DC-F3CD-4B79-55DF-C938D75B7304}" dt="2020-08-28T21:22:42.943" v="384" actId="14100"/>
          <ac:spMkLst>
            <pc:docMk/>
            <pc:sldMk cId="171356189" sldId="292"/>
            <ac:spMk id="4" creationId="{ADB1C674-FD00-4D6C-866A-6C5E6B13E5F3}"/>
          </ac:spMkLst>
        </pc:spChg>
        <pc:spChg chg="del">
          <ac:chgData name="William Estes" userId="a88fcdbc31b6f594" providerId="Windows Live" clId="Web-{DB70B1DC-F3CD-4B79-55DF-C938D75B7304}" dt="2020-08-28T21:23:32.256" v="389"/>
          <ac:spMkLst>
            <pc:docMk/>
            <pc:sldMk cId="171356189" sldId="292"/>
            <ac:spMk id="5" creationId="{4952BA95-9BBD-41E0-9E5D-9FA167EAC776}"/>
          </ac:spMkLst>
        </pc:spChg>
        <pc:spChg chg="del">
          <ac:chgData name="William Estes" userId="a88fcdbc31b6f594" providerId="Windows Live" clId="Web-{DB70B1DC-F3CD-4B79-55DF-C938D75B7304}" dt="2020-08-28T21:23:29.506" v="388"/>
          <ac:spMkLst>
            <pc:docMk/>
            <pc:sldMk cId="171356189" sldId="292"/>
            <ac:spMk id="6" creationId="{3A659AA7-456C-4E13-9785-37DE36D63852}"/>
          </ac:spMkLst>
        </pc:spChg>
        <pc:spChg chg="del">
          <ac:chgData name="William Estes" userId="a88fcdbc31b6f594" providerId="Windows Live" clId="Web-{DB70B1DC-F3CD-4B79-55DF-C938D75B7304}" dt="2020-08-28T21:23:33.787" v="390"/>
          <ac:spMkLst>
            <pc:docMk/>
            <pc:sldMk cId="171356189" sldId="292"/>
            <ac:spMk id="7" creationId="{7886BCBF-684F-4CAE-A080-5AC735A7B257}"/>
          </ac:spMkLst>
        </pc:spChg>
        <pc:spChg chg="del">
          <ac:chgData name="William Estes" userId="a88fcdbc31b6f594" providerId="Windows Live" clId="Web-{DB70B1DC-F3CD-4B79-55DF-C938D75B7304}" dt="2020-08-28T21:23:36.646" v="391"/>
          <ac:spMkLst>
            <pc:docMk/>
            <pc:sldMk cId="171356189" sldId="292"/>
            <ac:spMk id="8" creationId="{54FC6B76-B785-4E1A-B012-472FF0BBF661}"/>
          </ac:spMkLst>
        </pc:spChg>
        <pc:spChg chg="del">
          <ac:chgData name="William Estes" userId="a88fcdbc31b6f594" providerId="Windows Live" clId="Web-{DB70B1DC-F3CD-4B79-55DF-C938D75B7304}" dt="2020-08-28T21:23:38.084" v="392"/>
          <ac:spMkLst>
            <pc:docMk/>
            <pc:sldMk cId="171356189" sldId="292"/>
            <ac:spMk id="9" creationId="{224E8681-C71E-4740-BFB7-94339D774377}"/>
          </ac:spMkLst>
        </pc:spChg>
        <pc:spChg chg="del">
          <ac:chgData name="William Estes" userId="a88fcdbc31b6f594" providerId="Windows Live" clId="Web-{DB70B1DC-F3CD-4B79-55DF-C938D75B7304}" dt="2020-08-28T21:23:40.225" v="393"/>
          <ac:spMkLst>
            <pc:docMk/>
            <pc:sldMk cId="171356189" sldId="292"/>
            <ac:spMk id="10" creationId="{1D4A377E-20E9-42FA-9CBD-693081493559}"/>
          </ac:spMkLst>
        </pc:spChg>
        <pc:spChg chg="add mod">
          <ac:chgData name="William Estes" userId="a88fcdbc31b6f594" providerId="Windows Live" clId="Web-{DB70B1DC-F3CD-4B79-55DF-C938D75B7304}" dt="2020-08-28T21:26:03.507" v="537" actId="1076"/>
          <ac:spMkLst>
            <pc:docMk/>
            <pc:sldMk cId="171356189" sldId="292"/>
            <ac:spMk id="11" creationId="{78CD0106-D05B-48F8-88DB-525D34C0A1A4}"/>
          </ac:spMkLst>
        </pc:spChg>
        <pc:spChg chg="add mod">
          <ac:chgData name="William Estes" userId="a88fcdbc31b6f594" providerId="Windows Live" clId="Web-{DB70B1DC-F3CD-4B79-55DF-C938D75B7304}" dt="2020-08-28T21:26:11.897" v="539" actId="1076"/>
          <ac:spMkLst>
            <pc:docMk/>
            <pc:sldMk cId="171356189" sldId="292"/>
            <ac:spMk id="12" creationId="{463E7D16-0E64-401F-AB9D-650B3290882F}"/>
          </ac:spMkLst>
        </pc:spChg>
        <pc:spChg chg="add mod">
          <ac:chgData name="William Estes" userId="a88fcdbc31b6f594" providerId="Windows Live" clId="Web-{DB70B1DC-F3CD-4B79-55DF-C938D75B7304}" dt="2020-08-28T21:26:16.460" v="540" actId="1076"/>
          <ac:spMkLst>
            <pc:docMk/>
            <pc:sldMk cId="171356189" sldId="292"/>
            <ac:spMk id="13" creationId="{85449B42-0E50-4771-A03D-AB1D291740A4}"/>
          </ac:spMkLst>
        </pc:spChg>
        <pc:spChg chg="add mod">
          <ac:chgData name="William Estes" userId="a88fcdbc31b6f594" providerId="Windows Live" clId="Web-{DB70B1DC-F3CD-4B79-55DF-C938D75B7304}" dt="2020-08-28T21:26:07.663" v="538" actId="1076"/>
          <ac:spMkLst>
            <pc:docMk/>
            <pc:sldMk cId="171356189" sldId="292"/>
            <ac:spMk id="14" creationId="{DA9640AD-8476-475D-8585-B3FF518B2F8A}"/>
          </ac:spMkLst>
        </pc:spChg>
        <pc:spChg chg="add mod">
          <ac:chgData name="William Estes" userId="a88fcdbc31b6f594" providerId="Windows Live" clId="Web-{DB70B1DC-F3CD-4B79-55DF-C938D75B7304}" dt="2020-08-28T21:25:43.975" v="514" actId="20577"/>
          <ac:spMkLst>
            <pc:docMk/>
            <pc:sldMk cId="171356189" sldId="292"/>
            <ac:spMk id="15" creationId="{0AA2F10F-EDBF-4224-9420-736F6FFE10FE}"/>
          </ac:spMkLst>
        </pc:spChg>
        <pc:spChg chg="add mod">
          <ac:chgData name="William Estes" userId="a88fcdbc31b6f594" providerId="Windows Live" clId="Web-{DB70B1DC-F3CD-4B79-55DF-C938D75B7304}" dt="2020-08-28T21:25:48.428" v="529" actId="20577"/>
          <ac:spMkLst>
            <pc:docMk/>
            <pc:sldMk cId="171356189" sldId="292"/>
            <ac:spMk id="16" creationId="{FC004729-9277-4FEB-92A0-2445B4CD18ED}"/>
          </ac:spMkLst>
        </pc:spChg>
        <pc:spChg chg="add mod">
          <ac:chgData name="William Estes" userId="a88fcdbc31b6f594" providerId="Windows Live" clId="Web-{DB70B1DC-F3CD-4B79-55DF-C938D75B7304}" dt="2020-08-28T21:25:52.428" v="534" actId="20577"/>
          <ac:spMkLst>
            <pc:docMk/>
            <pc:sldMk cId="171356189" sldId="292"/>
            <ac:spMk id="17" creationId="{FC5E33D3-1151-48B4-B1E9-569E51809E49}"/>
          </ac:spMkLst>
        </pc:spChg>
        <pc:cxnChg chg="add mod">
          <ac:chgData name="William Estes" userId="a88fcdbc31b6f594" providerId="Windows Live" clId="Web-{DB70B1DC-F3CD-4B79-55DF-C938D75B7304}" dt="2020-08-28T21:26:48.601" v="548" actId="1076"/>
          <ac:cxnSpMkLst>
            <pc:docMk/>
            <pc:sldMk cId="171356189" sldId="292"/>
            <ac:cxnSpMk id="18" creationId="{BAC96D7B-8998-499E-BF5C-15409E7D858B}"/>
          </ac:cxnSpMkLst>
        </pc:cxnChg>
        <pc:cxnChg chg="add mod">
          <ac:chgData name="William Estes" userId="a88fcdbc31b6f594" providerId="Windows Live" clId="Web-{DB70B1DC-F3CD-4B79-55DF-C938D75B7304}" dt="2020-08-28T21:26:55.476" v="549" actId="1076"/>
          <ac:cxnSpMkLst>
            <pc:docMk/>
            <pc:sldMk cId="171356189" sldId="292"/>
            <ac:cxnSpMk id="19" creationId="{32F6DD03-6306-4873-BC80-2C1AD86FC3B2}"/>
          </ac:cxnSpMkLst>
        </pc:cxnChg>
      </pc:sldChg>
      <pc:sldChg chg="addSp delSp modSp add replId">
        <pc:chgData name="William Estes" userId="a88fcdbc31b6f594" providerId="Windows Live" clId="Web-{DB70B1DC-F3CD-4B79-55DF-C938D75B7304}" dt="2020-08-28T21:42:28.684" v="940" actId="14100"/>
        <pc:sldMkLst>
          <pc:docMk/>
          <pc:sldMk cId="4024895595" sldId="293"/>
        </pc:sldMkLst>
        <pc:spChg chg="mod">
          <ac:chgData name="William Estes" userId="a88fcdbc31b6f594" providerId="Windows Live" clId="Web-{DB70B1DC-F3CD-4B79-55DF-C938D75B7304}" dt="2020-08-28T21:42:21.668" v="936" actId="20577"/>
          <ac:spMkLst>
            <pc:docMk/>
            <pc:sldMk cId="4024895595" sldId="293"/>
            <ac:spMk id="3" creationId="{1095E837-F77E-AE4D-944C-919B5D780AAA}"/>
          </ac:spMkLst>
        </pc:spChg>
        <pc:spChg chg="del">
          <ac:chgData name="William Estes" userId="a88fcdbc31b6f594" providerId="Windows Live" clId="Web-{DB70B1DC-F3CD-4B79-55DF-C938D75B7304}" dt="2020-08-28T21:27:36.804" v="555"/>
          <ac:spMkLst>
            <pc:docMk/>
            <pc:sldMk cId="4024895595" sldId="293"/>
            <ac:spMk id="4" creationId="{ADB1C674-FD00-4D6C-866A-6C5E6B13E5F3}"/>
          </ac:spMkLst>
        </pc:spChg>
        <pc:spChg chg="del">
          <ac:chgData name="William Estes" userId="a88fcdbc31b6f594" providerId="Windows Live" clId="Web-{DB70B1DC-F3CD-4B79-55DF-C938D75B7304}" dt="2020-08-28T21:27:35.538" v="554"/>
          <ac:spMkLst>
            <pc:docMk/>
            <pc:sldMk cId="4024895595" sldId="293"/>
            <ac:spMk id="5" creationId="{4952BA95-9BBD-41E0-9E5D-9FA167EAC776}"/>
          </ac:spMkLst>
        </pc:spChg>
        <pc:spChg chg="del">
          <ac:chgData name="William Estes" userId="a88fcdbc31b6f594" providerId="Windows Live" clId="Web-{DB70B1DC-F3CD-4B79-55DF-C938D75B7304}" dt="2020-08-28T21:27:38.023" v="556"/>
          <ac:spMkLst>
            <pc:docMk/>
            <pc:sldMk cId="4024895595" sldId="293"/>
            <ac:spMk id="6" creationId="{3A659AA7-456C-4E13-9785-37DE36D63852}"/>
          </ac:spMkLst>
        </pc:spChg>
        <pc:spChg chg="del">
          <ac:chgData name="William Estes" userId="a88fcdbc31b6f594" providerId="Windows Live" clId="Web-{DB70B1DC-F3CD-4B79-55DF-C938D75B7304}" dt="2020-08-28T21:27:39.148" v="557"/>
          <ac:spMkLst>
            <pc:docMk/>
            <pc:sldMk cId="4024895595" sldId="293"/>
            <ac:spMk id="7" creationId="{7886BCBF-684F-4CAE-A080-5AC735A7B257}"/>
          </ac:spMkLst>
        </pc:spChg>
        <pc:spChg chg="del">
          <ac:chgData name="William Estes" userId="a88fcdbc31b6f594" providerId="Windows Live" clId="Web-{DB70B1DC-F3CD-4B79-55DF-C938D75B7304}" dt="2020-08-28T21:27:39.976" v="558"/>
          <ac:spMkLst>
            <pc:docMk/>
            <pc:sldMk cId="4024895595" sldId="293"/>
            <ac:spMk id="8" creationId="{54FC6B76-B785-4E1A-B012-472FF0BBF661}"/>
          </ac:spMkLst>
        </pc:spChg>
        <pc:spChg chg="del">
          <ac:chgData name="William Estes" userId="a88fcdbc31b6f594" providerId="Windows Live" clId="Web-{DB70B1DC-F3CD-4B79-55DF-C938D75B7304}" dt="2020-08-28T21:27:40.867" v="559"/>
          <ac:spMkLst>
            <pc:docMk/>
            <pc:sldMk cId="4024895595" sldId="293"/>
            <ac:spMk id="9" creationId="{224E8681-C71E-4740-BFB7-94339D774377}"/>
          </ac:spMkLst>
        </pc:spChg>
        <pc:spChg chg="del">
          <ac:chgData name="William Estes" userId="a88fcdbc31b6f594" providerId="Windows Live" clId="Web-{DB70B1DC-F3CD-4B79-55DF-C938D75B7304}" dt="2020-08-28T21:27:41.757" v="560"/>
          <ac:spMkLst>
            <pc:docMk/>
            <pc:sldMk cId="4024895595" sldId="293"/>
            <ac:spMk id="10" creationId="{1D4A377E-20E9-42FA-9CBD-693081493559}"/>
          </ac:spMkLst>
        </pc:spChg>
        <pc:spChg chg="add mod">
          <ac:chgData name="William Estes" userId="a88fcdbc31b6f594" providerId="Windows Live" clId="Web-{DB70B1DC-F3CD-4B79-55DF-C938D75B7304}" dt="2020-08-28T21:28:42.945" v="649" actId="14100"/>
          <ac:spMkLst>
            <pc:docMk/>
            <pc:sldMk cId="4024895595" sldId="293"/>
            <ac:spMk id="11" creationId="{3207FE19-F1CE-410A-AAE5-C514AFCD9962}"/>
          </ac:spMkLst>
        </pc:spChg>
        <pc:spChg chg="add mod">
          <ac:chgData name="William Estes" userId="a88fcdbc31b6f594" providerId="Windows Live" clId="Web-{DB70B1DC-F3CD-4B79-55DF-C938D75B7304}" dt="2020-08-28T21:29:44.805" v="765" actId="14100"/>
          <ac:spMkLst>
            <pc:docMk/>
            <pc:sldMk cId="4024895595" sldId="293"/>
            <ac:spMk id="12" creationId="{E685F5F8-0BE0-40EA-9282-95C550E44D12}"/>
          </ac:spMkLst>
        </pc:spChg>
        <pc:spChg chg="add mod">
          <ac:chgData name="William Estes" userId="a88fcdbc31b6f594" providerId="Windows Live" clId="Web-{DB70B1DC-F3CD-4B79-55DF-C938D75B7304}" dt="2020-08-28T21:42:28.684" v="940" actId="14100"/>
          <ac:spMkLst>
            <pc:docMk/>
            <pc:sldMk cId="4024895595" sldId="293"/>
            <ac:spMk id="13" creationId="{014E91E8-8BA1-4BE7-8636-2D4D82AC14F3}"/>
          </ac:spMkLst>
        </pc:spChg>
      </pc:sldChg>
    </pc:docChg>
  </pc:docChgLst>
  <pc:docChgLst>
    <pc:chgData name="William Estes" userId="a88fcdbc31b6f594" providerId="Windows Live" clId="Web-{D3FE229A-C0B6-45AA-8272-388BABC65B67}"/>
    <pc:docChg chg="addSld modSld sldOrd">
      <pc:chgData name="William Estes" userId="a88fcdbc31b6f594" providerId="Windows Live" clId="Web-{D3FE229A-C0B6-45AA-8272-388BABC65B67}" dt="2020-09-22T17:21:31.613" v="115" actId="20577"/>
      <pc:docMkLst>
        <pc:docMk/>
      </pc:docMkLst>
      <pc:sldChg chg="modSp">
        <pc:chgData name="William Estes" userId="a88fcdbc31b6f594" providerId="Windows Live" clId="Web-{D3FE229A-C0B6-45AA-8272-388BABC65B67}" dt="2020-09-22T15:27:43.016" v="2" actId="20577"/>
        <pc:sldMkLst>
          <pc:docMk/>
          <pc:sldMk cId="830997286" sldId="264"/>
        </pc:sldMkLst>
        <pc:spChg chg="mod">
          <ac:chgData name="William Estes" userId="a88fcdbc31b6f594" providerId="Windows Live" clId="Web-{D3FE229A-C0B6-45AA-8272-388BABC65B67}" dt="2020-09-22T15:27:43.016" v="2" actId="20577"/>
          <ac:spMkLst>
            <pc:docMk/>
            <pc:sldMk cId="830997286" sldId="264"/>
            <ac:spMk id="3" creationId="{1095E837-F77E-AE4D-944C-919B5D780AAA}"/>
          </ac:spMkLst>
        </pc:spChg>
      </pc:sldChg>
      <pc:sldChg chg="modSp">
        <pc:chgData name="William Estes" userId="a88fcdbc31b6f594" providerId="Windows Live" clId="Web-{D3FE229A-C0B6-45AA-8272-388BABC65B67}" dt="2020-09-22T16:21:11.531" v="6" actId="20577"/>
        <pc:sldMkLst>
          <pc:docMk/>
          <pc:sldMk cId="496210837" sldId="280"/>
        </pc:sldMkLst>
        <pc:spChg chg="mod">
          <ac:chgData name="William Estes" userId="a88fcdbc31b6f594" providerId="Windows Live" clId="Web-{D3FE229A-C0B6-45AA-8272-388BABC65B67}" dt="2020-09-22T16:21:11.531" v="6" actId="20577"/>
          <ac:spMkLst>
            <pc:docMk/>
            <pc:sldMk cId="496210837" sldId="280"/>
            <ac:spMk id="3" creationId="{3713A5A2-1019-0143-BC00-1B8B12D7C198}"/>
          </ac:spMkLst>
        </pc:spChg>
      </pc:sldChg>
      <pc:sldChg chg="addSp modSp add replId">
        <pc:chgData name="William Estes" userId="a88fcdbc31b6f594" providerId="Windows Live" clId="Web-{D3FE229A-C0B6-45AA-8272-388BABC65B67}" dt="2020-09-22T17:21:08.972" v="99" actId="1076"/>
        <pc:sldMkLst>
          <pc:docMk/>
          <pc:sldMk cId="1278990369" sldId="315"/>
        </pc:sldMkLst>
        <pc:spChg chg="mod">
          <ac:chgData name="William Estes" userId="a88fcdbc31b6f594" providerId="Windows Live" clId="Web-{D3FE229A-C0B6-45AA-8272-388BABC65B67}" dt="2020-09-22T17:16:21.392" v="29" actId="20577"/>
          <ac:spMkLst>
            <pc:docMk/>
            <pc:sldMk cId="1278990369" sldId="315"/>
            <ac:spMk id="2" creationId="{BE79D0F1-31A8-934B-8486-B9D3C52E0A02}"/>
          </ac:spMkLst>
        </pc:spChg>
        <pc:spChg chg="mod">
          <ac:chgData name="William Estes" userId="a88fcdbc31b6f594" providerId="Windows Live" clId="Web-{D3FE229A-C0B6-45AA-8272-388BABC65B67}" dt="2020-09-22T17:16:34.783" v="91" actId="20577"/>
          <ac:spMkLst>
            <pc:docMk/>
            <pc:sldMk cId="1278990369" sldId="315"/>
            <ac:spMk id="4" creationId="{5C0E649D-E3FD-41FB-BA87-37C62725C740}"/>
          </ac:spMkLst>
        </pc:spChg>
        <pc:picChg chg="add mod">
          <ac:chgData name="William Estes" userId="a88fcdbc31b6f594" providerId="Windows Live" clId="Web-{D3FE229A-C0B6-45AA-8272-388BABC65B67}" dt="2020-09-22T17:21:08.972" v="99" actId="1076"/>
          <ac:picMkLst>
            <pc:docMk/>
            <pc:sldMk cId="1278990369" sldId="315"/>
            <ac:picMk id="3" creationId="{7DEA0FC3-ED03-429E-BCBE-C5503908B62A}"/>
          </ac:picMkLst>
        </pc:picChg>
        <pc:picChg chg="add mod">
          <ac:chgData name="William Estes" userId="a88fcdbc31b6f594" providerId="Windows Live" clId="Web-{D3FE229A-C0B6-45AA-8272-388BABC65B67}" dt="2020-09-22T17:20:52.832" v="98" actId="14100"/>
          <ac:picMkLst>
            <pc:docMk/>
            <pc:sldMk cId="1278990369" sldId="315"/>
            <ac:picMk id="5" creationId="{2F2B6376-7EFD-44DE-BB04-7CC460338BD9}"/>
          </ac:picMkLst>
        </pc:picChg>
      </pc:sldChg>
      <pc:sldChg chg="modSp add ord replId">
        <pc:chgData name="William Estes" userId="a88fcdbc31b6f594" providerId="Windows Live" clId="Web-{D3FE229A-C0B6-45AA-8272-388BABC65B67}" dt="2020-09-22T17:21:31.613" v="114" actId="20577"/>
        <pc:sldMkLst>
          <pc:docMk/>
          <pc:sldMk cId="1879937280" sldId="316"/>
        </pc:sldMkLst>
        <pc:spChg chg="mod">
          <ac:chgData name="William Estes" userId="a88fcdbc31b6f594" providerId="Windows Live" clId="Web-{D3FE229A-C0B6-45AA-8272-388BABC65B67}" dt="2020-09-22T17:21:31.613" v="114" actId="20577"/>
          <ac:spMkLst>
            <pc:docMk/>
            <pc:sldMk cId="1879937280" sldId="316"/>
            <ac:spMk id="3" creationId="{1095E837-F77E-AE4D-944C-919B5D780AAA}"/>
          </ac:spMkLst>
        </pc:spChg>
      </pc:sldChg>
    </pc:docChg>
  </pc:docChgLst>
  <pc:docChgLst>
    <pc:chgData name="William Estes" userId="a88fcdbc31b6f594" providerId="Windows Live" clId="Web-{FB8EBDAE-A786-487F-1B40-B30CBDEC3F4F}"/>
    <pc:docChg chg="addSld delSld modSld">
      <pc:chgData name="William Estes" userId="a88fcdbc31b6f594" providerId="Windows Live" clId="Web-{FB8EBDAE-A786-487F-1B40-B30CBDEC3F4F}" dt="2020-09-06T17:44:38.113" v="542" actId="20577"/>
      <pc:docMkLst>
        <pc:docMk/>
      </pc:docMkLst>
      <pc:sldChg chg="modSp">
        <pc:chgData name="William Estes" userId="a88fcdbc31b6f594" providerId="Windows Live" clId="Web-{FB8EBDAE-A786-487F-1B40-B30CBDEC3F4F}" dt="2020-09-05T18:13:44.669" v="455" actId="20577"/>
        <pc:sldMkLst>
          <pc:docMk/>
          <pc:sldMk cId="3421889743" sldId="277"/>
        </pc:sldMkLst>
        <pc:spChg chg="mod">
          <ac:chgData name="William Estes" userId="a88fcdbc31b6f594" providerId="Windows Live" clId="Web-{FB8EBDAE-A786-487F-1B40-B30CBDEC3F4F}" dt="2020-09-05T18:13:44.669" v="455" actId="20577"/>
          <ac:spMkLst>
            <pc:docMk/>
            <pc:sldMk cId="3421889743" sldId="277"/>
            <ac:spMk id="4" creationId="{5C0E649D-E3FD-41FB-BA87-37C62725C740}"/>
          </ac:spMkLst>
        </pc:spChg>
      </pc:sldChg>
      <pc:sldChg chg="modSp">
        <pc:chgData name="William Estes" userId="a88fcdbc31b6f594" providerId="Windows Live" clId="Web-{FB8EBDAE-A786-487F-1B40-B30CBDEC3F4F}" dt="2020-09-06T17:44:34.894" v="540" actId="20577"/>
        <pc:sldMkLst>
          <pc:docMk/>
          <pc:sldMk cId="496210837" sldId="280"/>
        </pc:sldMkLst>
        <pc:spChg chg="mod">
          <ac:chgData name="William Estes" userId="a88fcdbc31b6f594" providerId="Windows Live" clId="Web-{FB8EBDAE-A786-487F-1B40-B30CBDEC3F4F}" dt="2020-09-06T17:44:34.894" v="540" actId="20577"/>
          <ac:spMkLst>
            <pc:docMk/>
            <pc:sldMk cId="496210837" sldId="280"/>
            <ac:spMk id="3" creationId="{3713A5A2-1019-0143-BC00-1B8B12D7C198}"/>
          </ac:spMkLst>
        </pc:spChg>
      </pc:sldChg>
      <pc:sldChg chg="add del">
        <pc:chgData name="William Estes" userId="a88fcdbc31b6f594" providerId="Windows Live" clId="Web-{FB8EBDAE-A786-487F-1B40-B30CBDEC3F4F}" dt="2020-09-05T16:51:34.675" v="1"/>
        <pc:sldMkLst>
          <pc:docMk/>
          <pc:sldMk cId="18420826" sldId="294"/>
        </pc:sldMkLst>
      </pc:sldChg>
      <pc:sldChg chg="addSp delSp modSp">
        <pc:chgData name="William Estes" userId="a88fcdbc31b6f594" providerId="Windows Live" clId="Web-{FB8EBDAE-A786-487F-1B40-B30CBDEC3F4F}" dt="2020-09-05T17:08:37.206" v="75" actId="1076"/>
        <pc:sldMkLst>
          <pc:docMk/>
          <pc:sldMk cId="4080448644" sldId="299"/>
        </pc:sldMkLst>
        <pc:picChg chg="del">
          <ac:chgData name="William Estes" userId="a88fcdbc31b6f594" providerId="Windows Live" clId="Web-{FB8EBDAE-A786-487F-1B40-B30CBDEC3F4F}" dt="2020-09-05T17:08:29.050" v="71"/>
          <ac:picMkLst>
            <pc:docMk/>
            <pc:sldMk cId="4080448644" sldId="299"/>
            <ac:picMk id="4" creationId="{5CE153C2-E53B-443F-A1B7-1CECE7EE55A0}"/>
          </ac:picMkLst>
        </pc:picChg>
        <pc:picChg chg="add mod">
          <ac:chgData name="William Estes" userId="a88fcdbc31b6f594" providerId="Windows Live" clId="Web-{FB8EBDAE-A786-487F-1B40-B30CBDEC3F4F}" dt="2020-09-05T17:08:37.206" v="75" actId="1076"/>
          <ac:picMkLst>
            <pc:docMk/>
            <pc:sldMk cId="4080448644" sldId="299"/>
            <ac:picMk id="5" creationId="{3978EFC9-22F4-43EA-941F-95906CDF7E8E}"/>
          </ac:picMkLst>
        </pc:picChg>
      </pc:sldChg>
      <pc:sldChg chg="addSp delSp modSp">
        <pc:chgData name="William Estes" userId="a88fcdbc31b6f594" providerId="Windows Live" clId="Web-{FB8EBDAE-A786-487F-1B40-B30CBDEC3F4F}" dt="2020-09-05T17:17:38.742" v="83" actId="20577"/>
        <pc:sldMkLst>
          <pc:docMk/>
          <pc:sldMk cId="4113558887" sldId="300"/>
        </pc:sldMkLst>
        <pc:spChg chg="mod">
          <ac:chgData name="William Estes" userId="a88fcdbc31b6f594" providerId="Windows Live" clId="Web-{FB8EBDAE-A786-487F-1B40-B30CBDEC3F4F}" dt="2020-09-05T17:17:38.742" v="83" actId="20577"/>
          <ac:spMkLst>
            <pc:docMk/>
            <pc:sldMk cId="4113558887" sldId="300"/>
            <ac:spMk id="3" creationId="{1095E837-F77E-AE4D-944C-919B5D780AAA}"/>
          </ac:spMkLst>
        </pc:spChg>
        <pc:picChg chg="add mod">
          <ac:chgData name="William Estes" userId="a88fcdbc31b6f594" providerId="Windows Live" clId="Web-{FB8EBDAE-A786-487F-1B40-B30CBDEC3F4F}" dt="2020-09-05T17:13:54.802" v="80" actId="1076"/>
          <ac:picMkLst>
            <pc:docMk/>
            <pc:sldMk cId="4113558887" sldId="300"/>
            <ac:picMk id="4" creationId="{35579B6A-8784-435F-8258-F5BA08604F52}"/>
          </ac:picMkLst>
        </pc:picChg>
        <pc:picChg chg="del mod">
          <ac:chgData name="William Estes" userId="a88fcdbc31b6f594" providerId="Windows Live" clId="Web-{FB8EBDAE-A786-487F-1B40-B30CBDEC3F4F}" dt="2020-09-05T17:13:44.192" v="76"/>
          <ac:picMkLst>
            <pc:docMk/>
            <pc:sldMk cId="4113558887" sldId="300"/>
            <ac:picMk id="5" creationId="{D37651DB-3834-493B-8A24-2FE8EFC6849E}"/>
          </ac:picMkLst>
        </pc:picChg>
      </pc:sldChg>
      <pc:sldChg chg="modSp">
        <pc:chgData name="William Estes" userId="a88fcdbc31b6f594" providerId="Windows Live" clId="Web-{FB8EBDAE-A786-487F-1B40-B30CBDEC3F4F}" dt="2020-09-06T15:01:29.873" v="460" actId="20577"/>
        <pc:sldMkLst>
          <pc:docMk/>
          <pc:sldMk cId="284483567" sldId="303"/>
        </pc:sldMkLst>
        <pc:spChg chg="mod">
          <ac:chgData name="William Estes" userId="a88fcdbc31b6f594" providerId="Windows Live" clId="Web-{FB8EBDAE-A786-487F-1B40-B30CBDEC3F4F}" dt="2020-09-06T15:01:29.873" v="460" actId="20577"/>
          <ac:spMkLst>
            <pc:docMk/>
            <pc:sldMk cId="284483567" sldId="303"/>
            <ac:spMk id="3" creationId="{1095E837-F77E-AE4D-944C-919B5D780AAA}"/>
          </ac:spMkLst>
        </pc:spChg>
      </pc:sldChg>
      <pc:sldChg chg="delSp add del replId">
        <pc:chgData name="William Estes" userId="a88fcdbc31b6f594" providerId="Windows Live" clId="Web-{FB8EBDAE-A786-487F-1B40-B30CBDEC3F4F}" dt="2020-09-05T16:55:31.364" v="4"/>
        <pc:sldMkLst>
          <pc:docMk/>
          <pc:sldMk cId="54336157" sldId="309"/>
        </pc:sldMkLst>
        <pc:picChg chg="del">
          <ac:chgData name="William Estes" userId="a88fcdbc31b6f594" providerId="Windows Live" clId="Web-{FB8EBDAE-A786-487F-1B40-B30CBDEC3F4F}" dt="2020-09-05T16:51:39.831" v="3"/>
          <ac:picMkLst>
            <pc:docMk/>
            <pc:sldMk cId="54336157" sldId="309"/>
            <ac:picMk id="4" creationId="{F86C7889-CD4D-48A5-84FB-A1AF08FD274C}"/>
          </ac:picMkLst>
        </pc:picChg>
      </pc:sldChg>
    </pc:docChg>
  </pc:docChgLst>
  <pc:docChgLst>
    <pc:chgData name="William Estes" userId="a88fcdbc31b6f594" providerId="Windows Live" clId="Web-{1A15A8C6-7F5E-4D8D-5352-2EA23EAA5965}"/>
    <pc:docChg chg="addSld modSld">
      <pc:chgData name="William Estes" userId="a88fcdbc31b6f594" providerId="Windows Live" clId="Web-{1A15A8C6-7F5E-4D8D-5352-2EA23EAA5965}" dt="2020-09-07T15:01:30.185" v="35" actId="20577"/>
      <pc:docMkLst>
        <pc:docMk/>
      </pc:docMkLst>
      <pc:sldChg chg="modSp">
        <pc:chgData name="William Estes" userId="a88fcdbc31b6f594" providerId="Windows Live" clId="Web-{1A15A8C6-7F5E-4D8D-5352-2EA23EAA5965}" dt="2020-09-07T15:01:29.544" v="33" actId="20577"/>
        <pc:sldMkLst>
          <pc:docMk/>
          <pc:sldMk cId="1056604679" sldId="260"/>
        </pc:sldMkLst>
        <pc:spChg chg="mod">
          <ac:chgData name="William Estes" userId="a88fcdbc31b6f594" providerId="Windows Live" clId="Web-{1A15A8C6-7F5E-4D8D-5352-2EA23EAA5965}" dt="2020-09-07T15:01:15.747" v="9" actId="20577"/>
          <ac:spMkLst>
            <pc:docMk/>
            <pc:sldMk cId="1056604679" sldId="260"/>
            <ac:spMk id="2" creationId="{089AB04D-874D-0245-A562-02212EE48CA7}"/>
          </ac:spMkLst>
        </pc:spChg>
        <pc:spChg chg="mod">
          <ac:chgData name="William Estes" userId="a88fcdbc31b6f594" providerId="Windows Live" clId="Web-{1A15A8C6-7F5E-4D8D-5352-2EA23EAA5965}" dt="2020-09-07T15:01:29.544" v="33" actId="20577"/>
          <ac:spMkLst>
            <pc:docMk/>
            <pc:sldMk cId="1056604679" sldId="260"/>
            <ac:spMk id="3" creationId="{3713A5A2-1019-0143-BC00-1B8B12D7C198}"/>
          </ac:spMkLst>
        </pc:spChg>
      </pc:sldChg>
      <pc:sldChg chg="add replId">
        <pc:chgData name="William Estes" userId="a88fcdbc31b6f594" providerId="Windows Live" clId="Web-{1A15A8C6-7F5E-4D8D-5352-2EA23EAA5965}" dt="2020-09-07T15:01:12.153" v="0"/>
        <pc:sldMkLst>
          <pc:docMk/>
          <pc:sldMk cId="2117440973" sldId="309"/>
        </pc:sldMkLst>
      </pc:sldChg>
    </pc:docChg>
  </pc:docChgLst>
  <pc:docChgLst>
    <pc:chgData name="William Estes" userId="a88fcdbc31b6f594" providerId="Windows Live" clId="Web-{A6C77E77-BD87-4310-AAEF-8517C3D9C5FB}"/>
    <pc:docChg chg="addSld delSld modSld sldOrd">
      <pc:chgData name="William Estes" userId="a88fcdbc31b6f594" providerId="Windows Live" clId="Web-{A6C77E77-BD87-4310-AAEF-8517C3D9C5FB}" dt="2020-08-26T03:27:37.070" v="962" actId="1076"/>
      <pc:docMkLst>
        <pc:docMk/>
      </pc:docMkLst>
      <pc:sldChg chg="modSp">
        <pc:chgData name="William Estes" userId="a88fcdbc31b6f594" providerId="Windows Live" clId="Web-{A6C77E77-BD87-4310-AAEF-8517C3D9C5FB}" dt="2020-08-26T03:15:59.426" v="554" actId="20577"/>
        <pc:sldMkLst>
          <pc:docMk/>
          <pc:sldMk cId="3421889743" sldId="277"/>
        </pc:sldMkLst>
        <pc:spChg chg="mod">
          <ac:chgData name="William Estes" userId="a88fcdbc31b6f594" providerId="Windows Live" clId="Web-{A6C77E77-BD87-4310-AAEF-8517C3D9C5FB}" dt="2020-08-26T03:15:59.426" v="554" actId="20577"/>
          <ac:spMkLst>
            <pc:docMk/>
            <pc:sldMk cId="3421889743" sldId="277"/>
            <ac:spMk id="4" creationId="{5C0E649D-E3FD-41FB-BA87-37C62725C740}"/>
          </ac:spMkLst>
        </pc:spChg>
      </pc:sldChg>
      <pc:sldChg chg="modSp">
        <pc:chgData name="William Estes" userId="a88fcdbc31b6f594" providerId="Windows Live" clId="Web-{A6C77E77-BD87-4310-AAEF-8517C3D9C5FB}" dt="2020-08-26T01:20:26.775" v="140" actId="20577"/>
        <pc:sldMkLst>
          <pc:docMk/>
          <pc:sldMk cId="496210837" sldId="280"/>
        </pc:sldMkLst>
        <pc:spChg chg="mod">
          <ac:chgData name="William Estes" userId="a88fcdbc31b6f594" providerId="Windows Live" clId="Web-{A6C77E77-BD87-4310-AAEF-8517C3D9C5FB}" dt="2020-08-26T01:20:26.775" v="140" actId="20577"/>
          <ac:spMkLst>
            <pc:docMk/>
            <pc:sldMk cId="496210837" sldId="280"/>
            <ac:spMk id="3" creationId="{3713A5A2-1019-0143-BC00-1B8B12D7C198}"/>
          </ac:spMkLst>
        </pc:spChg>
      </pc:sldChg>
      <pc:sldChg chg="modSp">
        <pc:chgData name="William Estes" userId="a88fcdbc31b6f594" providerId="Windows Live" clId="Web-{A6C77E77-BD87-4310-AAEF-8517C3D9C5FB}" dt="2020-08-26T03:16:10.020" v="557" actId="20577"/>
        <pc:sldMkLst>
          <pc:docMk/>
          <pc:sldMk cId="2362235639" sldId="282"/>
        </pc:sldMkLst>
        <pc:spChg chg="mod">
          <ac:chgData name="William Estes" userId="a88fcdbc31b6f594" providerId="Windows Live" clId="Web-{A6C77E77-BD87-4310-AAEF-8517C3D9C5FB}" dt="2020-08-26T03:16:10.020" v="557" actId="20577"/>
          <ac:spMkLst>
            <pc:docMk/>
            <pc:sldMk cId="2362235639" sldId="282"/>
            <ac:spMk id="4" creationId="{5C0E649D-E3FD-41FB-BA87-37C62725C740}"/>
          </ac:spMkLst>
        </pc:spChg>
      </pc:sldChg>
      <pc:sldChg chg="addSp modSp add replId">
        <pc:chgData name="William Estes" userId="a88fcdbc31b6f594" providerId="Windows Live" clId="Web-{A6C77E77-BD87-4310-AAEF-8517C3D9C5FB}" dt="2020-08-26T02:45:04.278" v="539" actId="1076"/>
        <pc:sldMkLst>
          <pc:docMk/>
          <pc:sldMk cId="1761172003" sldId="284"/>
        </pc:sldMkLst>
        <pc:spChg chg="mod">
          <ac:chgData name="William Estes" userId="a88fcdbc31b6f594" providerId="Windows Live" clId="Web-{A6C77E77-BD87-4310-AAEF-8517C3D9C5FB}" dt="2020-08-26T02:44:42.716" v="533" actId="20577"/>
          <ac:spMkLst>
            <pc:docMk/>
            <pc:sldMk cId="1761172003" sldId="284"/>
            <ac:spMk id="3" creationId="{3713A5A2-1019-0143-BC00-1B8B12D7C198}"/>
          </ac:spMkLst>
        </pc:spChg>
        <pc:picChg chg="add mod">
          <ac:chgData name="William Estes" userId="a88fcdbc31b6f594" providerId="Windows Live" clId="Web-{A6C77E77-BD87-4310-AAEF-8517C3D9C5FB}" dt="2020-08-26T02:45:04.278" v="539" actId="1076"/>
          <ac:picMkLst>
            <pc:docMk/>
            <pc:sldMk cId="1761172003" sldId="284"/>
            <ac:picMk id="4" creationId="{0AAB46F1-32FF-49EB-85F0-DC9919487A99}"/>
          </ac:picMkLst>
        </pc:picChg>
      </pc:sldChg>
      <pc:sldChg chg="addSp modSp add replId">
        <pc:chgData name="William Estes" userId="a88fcdbc31b6f594" providerId="Windows Live" clId="Web-{A6C77E77-BD87-4310-AAEF-8517C3D9C5FB}" dt="2020-08-26T01:39:20.822" v="290" actId="14100"/>
        <pc:sldMkLst>
          <pc:docMk/>
          <pc:sldMk cId="3619621420" sldId="285"/>
        </pc:sldMkLst>
        <pc:spChg chg="mod">
          <ac:chgData name="William Estes" userId="a88fcdbc31b6f594" providerId="Windows Live" clId="Web-{A6C77E77-BD87-4310-AAEF-8517C3D9C5FB}" dt="2020-08-26T01:39:08.744" v="286" actId="20577"/>
          <ac:spMkLst>
            <pc:docMk/>
            <pc:sldMk cId="3619621420" sldId="285"/>
            <ac:spMk id="3" creationId="{1095E837-F77E-AE4D-944C-919B5D780AAA}"/>
          </ac:spMkLst>
        </pc:spChg>
        <pc:picChg chg="add mod">
          <ac:chgData name="William Estes" userId="a88fcdbc31b6f594" providerId="Windows Live" clId="Web-{A6C77E77-BD87-4310-AAEF-8517C3D9C5FB}" dt="2020-08-26T01:39:20.822" v="290" actId="14100"/>
          <ac:picMkLst>
            <pc:docMk/>
            <pc:sldMk cId="3619621420" sldId="285"/>
            <ac:picMk id="4" creationId="{EDC43611-772D-4F8D-8AC8-E989597ACBEE}"/>
          </ac:picMkLst>
        </pc:picChg>
      </pc:sldChg>
      <pc:sldChg chg="addSp delSp modSp add replId">
        <pc:chgData name="William Estes" userId="a88fcdbc31b6f594" providerId="Windows Live" clId="Web-{A6C77E77-BD87-4310-AAEF-8517C3D9C5FB}" dt="2020-08-26T01:46:57.636" v="331" actId="1076"/>
        <pc:sldMkLst>
          <pc:docMk/>
          <pc:sldMk cId="1733125250" sldId="286"/>
        </pc:sldMkLst>
        <pc:spChg chg="mod">
          <ac:chgData name="William Estes" userId="a88fcdbc31b6f594" providerId="Windows Live" clId="Web-{A6C77E77-BD87-4310-AAEF-8517C3D9C5FB}" dt="2020-08-26T01:39:53.213" v="317" actId="20577"/>
          <ac:spMkLst>
            <pc:docMk/>
            <pc:sldMk cId="1733125250" sldId="286"/>
            <ac:spMk id="3" creationId="{1095E837-F77E-AE4D-944C-919B5D780AAA}"/>
          </ac:spMkLst>
        </pc:spChg>
        <pc:picChg chg="del">
          <ac:chgData name="William Estes" userId="a88fcdbc31b6f594" providerId="Windows Live" clId="Web-{A6C77E77-BD87-4310-AAEF-8517C3D9C5FB}" dt="2020-08-26T01:39:57.854" v="321"/>
          <ac:picMkLst>
            <pc:docMk/>
            <pc:sldMk cId="1733125250" sldId="286"/>
            <ac:picMk id="4" creationId="{EDC43611-772D-4F8D-8AC8-E989597ACBEE}"/>
          </ac:picMkLst>
        </pc:picChg>
        <pc:picChg chg="add mod">
          <ac:chgData name="William Estes" userId="a88fcdbc31b6f594" providerId="Windows Live" clId="Web-{A6C77E77-BD87-4310-AAEF-8517C3D9C5FB}" dt="2020-08-26T01:46:52.855" v="329" actId="1076"/>
          <ac:picMkLst>
            <pc:docMk/>
            <pc:sldMk cId="1733125250" sldId="286"/>
            <ac:picMk id="5" creationId="{B1CA5894-019A-4758-883C-ED5815D0A5E9}"/>
          </ac:picMkLst>
        </pc:picChg>
        <pc:picChg chg="add mod">
          <ac:chgData name="William Estes" userId="a88fcdbc31b6f594" providerId="Windows Live" clId="Web-{A6C77E77-BD87-4310-AAEF-8517C3D9C5FB}" dt="2020-08-26T01:46:57.636" v="331" actId="1076"/>
          <ac:picMkLst>
            <pc:docMk/>
            <pc:sldMk cId="1733125250" sldId="286"/>
            <ac:picMk id="6" creationId="{0B3613EF-C45A-4A6B-8053-062DCF1F4D35}"/>
          </ac:picMkLst>
        </pc:picChg>
      </pc:sldChg>
      <pc:sldChg chg="modSp add ord replId">
        <pc:chgData name="William Estes" userId="a88fcdbc31b6f594" providerId="Windows Live" clId="Web-{A6C77E77-BD87-4310-AAEF-8517C3D9C5FB}" dt="2020-08-26T03:09:10.805" v="547" actId="20577"/>
        <pc:sldMkLst>
          <pc:docMk/>
          <pc:sldMk cId="3016926997" sldId="287"/>
        </pc:sldMkLst>
        <pc:spChg chg="mod">
          <ac:chgData name="William Estes" userId="a88fcdbc31b6f594" providerId="Windows Live" clId="Web-{A6C77E77-BD87-4310-AAEF-8517C3D9C5FB}" dt="2020-08-26T03:09:10.805" v="547" actId="20577"/>
          <ac:spMkLst>
            <pc:docMk/>
            <pc:sldMk cId="3016926997" sldId="287"/>
            <ac:spMk id="4" creationId="{5C0E649D-E3FD-41FB-BA87-37C62725C740}"/>
          </ac:spMkLst>
        </pc:spChg>
      </pc:sldChg>
      <pc:sldChg chg="addSp delSp modSp add replId">
        <pc:chgData name="William Estes" userId="a88fcdbc31b6f594" providerId="Windows Live" clId="Web-{A6C77E77-BD87-4310-AAEF-8517C3D9C5FB}" dt="2020-08-26T03:21:20.075" v="764" actId="20577"/>
        <pc:sldMkLst>
          <pc:docMk/>
          <pc:sldMk cId="285019892" sldId="288"/>
        </pc:sldMkLst>
        <pc:spChg chg="mod">
          <ac:chgData name="William Estes" userId="a88fcdbc31b6f594" providerId="Windows Live" clId="Web-{A6C77E77-BD87-4310-AAEF-8517C3D9C5FB}" dt="2020-08-26T03:21:20.075" v="764" actId="20577"/>
          <ac:spMkLst>
            <pc:docMk/>
            <pc:sldMk cId="285019892" sldId="288"/>
            <ac:spMk id="3" creationId="{3713A5A2-1019-0143-BC00-1B8B12D7C198}"/>
          </ac:spMkLst>
        </pc:spChg>
        <pc:picChg chg="del">
          <ac:chgData name="William Estes" userId="a88fcdbc31b6f594" providerId="Windows Live" clId="Web-{A6C77E77-BD87-4310-AAEF-8517C3D9C5FB}" dt="2020-08-26T03:18:23.461" v="561"/>
          <ac:picMkLst>
            <pc:docMk/>
            <pc:sldMk cId="285019892" sldId="288"/>
            <ac:picMk id="4" creationId="{0AAB46F1-32FF-49EB-85F0-DC9919487A99}"/>
          </ac:picMkLst>
        </pc:picChg>
        <pc:picChg chg="add mod">
          <ac:chgData name="William Estes" userId="a88fcdbc31b6f594" providerId="Windows Live" clId="Web-{A6C77E77-BD87-4310-AAEF-8517C3D9C5FB}" dt="2020-08-26T03:20:57.183" v="733" actId="1076"/>
          <ac:picMkLst>
            <pc:docMk/>
            <pc:sldMk cId="285019892" sldId="288"/>
            <ac:picMk id="5" creationId="{04D6FB7C-0757-4A34-84F2-D794EA9EA312}"/>
          </ac:picMkLst>
        </pc:picChg>
      </pc:sldChg>
      <pc:sldChg chg="addSp delSp modSp add replId">
        <pc:chgData name="William Estes" userId="a88fcdbc31b6f594" providerId="Windows Live" clId="Web-{A6C77E77-BD87-4310-AAEF-8517C3D9C5FB}" dt="2020-08-26T03:24:12.220" v="838" actId="1076"/>
        <pc:sldMkLst>
          <pc:docMk/>
          <pc:sldMk cId="134332572" sldId="289"/>
        </pc:sldMkLst>
        <pc:spChg chg="mod">
          <ac:chgData name="William Estes" userId="a88fcdbc31b6f594" providerId="Windows Live" clId="Web-{A6C77E77-BD87-4310-AAEF-8517C3D9C5FB}" dt="2020-08-26T03:23:02.015" v="831" actId="20577"/>
          <ac:spMkLst>
            <pc:docMk/>
            <pc:sldMk cId="134332572" sldId="289"/>
            <ac:spMk id="3" creationId="{3713A5A2-1019-0143-BC00-1B8B12D7C198}"/>
          </ac:spMkLst>
        </pc:spChg>
        <pc:picChg chg="add mod">
          <ac:chgData name="William Estes" userId="a88fcdbc31b6f594" providerId="Windows Live" clId="Web-{A6C77E77-BD87-4310-AAEF-8517C3D9C5FB}" dt="2020-08-26T03:24:12.220" v="838" actId="1076"/>
          <ac:picMkLst>
            <pc:docMk/>
            <pc:sldMk cId="134332572" sldId="289"/>
            <ac:picMk id="4" creationId="{4259BACA-FCD8-48E2-9A07-B9333745DEDB}"/>
          </ac:picMkLst>
        </pc:picChg>
        <pc:picChg chg="del">
          <ac:chgData name="William Estes" userId="a88fcdbc31b6f594" providerId="Windows Live" clId="Web-{A6C77E77-BD87-4310-AAEF-8517C3D9C5FB}" dt="2020-08-26T03:23:03.343" v="834"/>
          <ac:picMkLst>
            <pc:docMk/>
            <pc:sldMk cId="134332572" sldId="289"/>
            <ac:picMk id="5" creationId="{04D6FB7C-0757-4A34-84F2-D794EA9EA312}"/>
          </ac:picMkLst>
        </pc:picChg>
      </pc:sldChg>
      <pc:sldChg chg="addSp delSp modSp add replId">
        <pc:chgData name="William Estes" userId="a88fcdbc31b6f594" providerId="Windows Live" clId="Web-{A6C77E77-BD87-4310-AAEF-8517C3D9C5FB}" dt="2020-08-26T03:27:37.070" v="962" actId="1076"/>
        <pc:sldMkLst>
          <pc:docMk/>
          <pc:sldMk cId="187834809" sldId="290"/>
        </pc:sldMkLst>
        <pc:spChg chg="mod">
          <ac:chgData name="William Estes" userId="a88fcdbc31b6f594" providerId="Windows Live" clId="Web-{A6C77E77-BD87-4310-AAEF-8517C3D9C5FB}" dt="2020-08-26T03:25:37.911" v="956" actId="20577"/>
          <ac:spMkLst>
            <pc:docMk/>
            <pc:sldMk cId="187834809" sldId="290"/>
            <ac:spMk id="3" creationId="{3713A5A2-1019-0143-BC00-1B8B12D7C198}"/>
          </ac:spMkLst>
        </pc:spChg>
        <pc:picChg chg="del">
          <ac:chgData name="William Estes" userId="a88fcdbc31b6f594" providerId="Windows Live" clId="Web-{A6C77E77-BD87-4310-AAEF-8517C3D9C5FB}" dt="2020-08-26T03:24:45.784" v="845"/>
          <ac:picMkLst>
            <pc:docMk/>
            <pc:sldMk cId="187834809" sldId="290"/>
            <ac:picMk id="4" creationId="{0AAB46F1-32FF-49EB-85F0-DC9919487A99}"/>
          </ac:picMkLst>
        </pc:picChg>
        <pc:picChg chg="add mod">
          <ac:chgData name="William Estes" userId="a88fcdbc31b6f594" providerId="Windows Live" clId="Web-{A6C77E77-BD87-4310-AAEF-8517C3D9C5FB}" dt="2020-08-26T03:27:37.070" v="962" actId="1076"/>
          <ac:picMkLst>
            <pc:docMk/>
            <pc:sldMk cId="187834809" sldId="290"/>
            <ac:picMk id="5" creationId="{B057C833-D30E-41C1-9931-A05FBB997D65}"/>
          </ac:picMkLst>
        </pc:picChg>
      </pc:sldChg>
      <pc:sldChg chg="new del">
        <pc:chgData name="William Estes" userId="a88fcdbc31b6f594" providerId="Windows Live" clId="Web-{A6C77E77-BD87-4310-AAEF-8517C3D9C5FB}" dt="2020-08-26T03:24:36.300" v="840"/>
        <pc:sldMkLst>
          <pc:docMk/>
          <pc:sldMk cId="1788817066" sldId="290"/>
        </pc:sldMkLst>
      </pc:sldChg>
    </pc:docChg>
  </pc:docChgLst>
  <pc:docChgLst>
    <pc:chgData name="William Estes" userId="a88fcdbc31b6f594" providerId="Windows Live" clId="Web-{ABEB7AC0-4B5A-4E57-998A-186A788F386B}"/>
    <pc:docChg chg="addSld delSld modSld">
      <pc:chgData name="William Estes" userId="a88fcdbc31b6f594" providerId="Windows Live" clId="Web-{ABEB7AC0-4B5A-4E57-998A-186A788F386B}" dt="2020-08-22T17:13:54.820" v="566" actId="20577"/>
      <pc:docMkLst>
        <pc:docMk/>
      </pc:docMkLst>
      <pc:sldChg chg="del">
        <pc:chgData name="William Estes" userId="a88fcdbc31b6f594" providerId="Windows Live" clId="Web-{ABEB7AC0-4B5A-4E57-998A-186A788F386B}" dt="2020-08-22T17:01:52.238" v="0"/>
        <pc:sldMkLst>
          <pc:docMk/>
          <pc:sldMk cId="178043350" sldId="276"/>
        </pc:sldMkLst>
      </pc:sldChg>
      <pc:sldChg chg="delSp modSp add replId">
        <pc:chgData name="William Estes" userId="a88fcdbc31b6f594" providerId="Windows Live" clId="Web-{ABEB7AC0-4B5A-4E57-998A-186A788F386B}" dt="2020-08-22T17:13:54.820" v="565" actId="20577"/>
        <pc:sldMkLst>
          <pc:docMk/>
          <pc:sldMk cId="496210837" sldId="280"/>
        </pc:sldMkLst>
        <pc:spChg chg="mod">
          <ac:chgData name="William Estes" userId="a88fcdbc31b6f594" providerId="Windows Live" clId="Web-{ABEB7AC0-4B5A-4E57-998A-186A788F386B}" dt="2020-08-22T17:05:25.534" v="26" actId="20577"/>
          <ac:spMkLst>
            <pc:docMk/>
            <pc:sldMk cId="496210837" sldId="280"/>
            <ac:spMk id="2" creationId="{089AB04D-874D-0245-A562-02212EE48CA7}"/>
          </ac:spMkLst>
        </pc:spChg>
        <pc:spChg chg="mod">
          <ac:chgData name="William Estes" userId="a88fcdbc31b6f594" providerId="Windows Live" clId="Web-{ABEB7AC0-4B5A-4E57-998A-186A788F386B}" dt="2020-08-22T17:13:54.820" v="565" actId="20577"/>
          <ac:spMkLst>
            <pc:docMk/>
            <pc:sldMk cId="496210837" sldId="280"/>
            <ac:spMk id="3" creationId="{3713A5A2-1019-0143-BC00-1B8B12D7C198}"/>
          </ac:spMkLst>
        </pc:spChg>
        <pc:picChg chg="del">
          <ac:chgData name="William Estes" userId="a88fcdbc31b6f594" providerId="Windows Live" clId="Web-{ABEB7AC0-4B5A-4E57-998A-186A788F386B}" dt="2020-08-22T17:05:01.425" v="2"/>
          <ac:picMkLst>
            <pc:docMk/>
            <pc:sldMk cId="496210837" sldId="280"/>
            <ac:picMk id="4" creationId="{0790BB03-A007-814A-BCAA-2E3E6A491580}"/>
          </ac:picMkLst>
        </pc:picChg>
        <pc:picChg chg="del">
          <ac:chgData name="William Estes" userId="a88fcdbc31b6f594" providerId="Windows Live" clId="Web-{ABEB7AC0-4B5A-4E57-998A-186A788F386B}" dt="2020-08-22T17:05:03.300" v="3"/>
          <ac:picMkLst>
            <pc:docMk/>
            <pc:sldMk cId="496210837" sldId="280"/>
            <ac:picMk id="5" creationId="{7527B50C-2AB6-C94F-B961-251132699D14}"/>
          </ac:picMkLst>
        </pc:picChg>
      </pc:sldChg>
    </pc:docChg>
  </pc:docChgLst>
  <pc:docChgLst>
    <pc:chgData name="William Estes" userId="a88fcdbc31b6f594" providerId="Windows Live" clId="Web-{94CF45A5-057E-4D5A-A08D-7A8F14BBF81D}"/>
    <pc:docChg chg="addSld delSld modSld">
      <pc:chgData name="William Estes" userId="a88fcdbc31b6f594" providerId="Windows Live" clId="Web-{94CF45A5-057E-4D5A-A08D-7A8F14BBF81D}" dt="2020-09-17T23:35:49.102" v="1144" actId="20577"/>
      <pc:docMkLst>
        <pc:docMk/>
      </pc:docMkLst>
      <pc:sldChg chg="del">
        <pc:chgData name="William Estes" userId="a88fcdbc31b6f594" providerId="Windows Live" clId="Web-{94CF45A5-057E-4D5A-A08D-7A8F14BBF81D}" dt="2020-09-17T21:39:15.902" v="12"/>
        <pc:sldMkLst>
          <pc:docMk/>
          <pc:sldMk cId="827534898" sldId="298"/>
        </pc:sldMkLst>
      </pc:sldChg>
      <pc:sldChg chg="addSp delSp modSp">
        <pc:chgData name="William Estes" userId="a88fcdbc31b6f594" providerId="Windows Live" clId="Web-{94CF45A5-057E-4D5A-A08D-7A8F14BBF81D}" dt="2020-09-17T23:35:13.803" v="1102" actId="20577"/>
        <pc:sldMkLst>
          <pc:docMk/>
          <pc:sldMk cId="4080448644" sldId="299"/>
        </pc:sldMkLst>
        <pc:spChg chg="mod">
          <ac:chgData name="William Estes" userId="a88fcdbc31b6f594" providerId="Windows Live" clId="Web-{94CF45A5-057E-4D5A-A08D-7A8F14BBF81D}" dt="2020-09-17T23:35:13.803" v="1102" actId="20577"/>
          <ac:spMkLst>
            <pc:docMk/>
            <pc:sldMk cId="4080448644" sldId="299"/>
            <ac:spMk id="2" creationId="{5C86CBF7-69F7-7B44-ABCE-F80D6130EA7B}"/>
          </ac:spMkLst>
        </pc:spChg>
        <pc:spChg chg="mod">
          <ac:chgData name="William Estes" userId="a88fcdbc31b6f594" providerId="Windows Live" clId="Web-{94CF45A5-057E-4D5A-A08D-7A8F14BBF81D}" dt="2020-09-17T21:42:47.948" v="184" actId="20577"/>
          <ac:spMkLst>
            <pc:docMk/>
            <pc:sldMk cId="4080448644" sldId="299"/>
            <ac:spMk id="3" creationId="{1095E837-F77E-AE4D-944C-919B5D780AAA}"/>
          </ac:spMkLst>
        </pc:spChg>
        <pc:picChg chg="add mod">
          <ac:chgData name="William Estes" userId="a88fcdbc31b6f594" providerId="Windows Live" clId="Web-{94CF45A5-057E-4D5A-A08D-7A8F14BBF81D}" dt="2020-09-17T21:42:33.775" v="113" actId="1076"/>
          <ac:picMkLst>
            <pc:docMk/>
            <pc:sldMk cId="4080448644" sldId="299"/>
            <ac:picMk id="4" creationId="{4AFADB21-C062-47A9-B22F-5E518B4C9902}"/>
          </ac:picMkLst>
        </pc:picChg>
        <pc:picChg chg="del">
          <ac:chgData name="William Estes" userId="a88fcdbc31b6f594" providerId="Windows Live" clId="Web-{94CF45A5-057E-4D5A-A08D-7A8F14BBF81D}" dt="2020-09-17T21:40:27.767" v="14"/>
          <ac:picMkLst>
            <pc:docMk/>
            <pc:sldMk cId="4080448644" sldId="299"/>
            <ac:picMk id="5" creationId="{3978EFC9-22F4-43EA-941F-95906CDF7E8E}"/>
          </ac:picMkLst>
        </pc:picChg>
      </pc:sldChg>
      <pc:sldChg chg="addSp delSp modSp">
        <pc:chgData name="William Estes" userId="a88fcdbc31b6f594" providerId="Windows Live" clId="Web-{94CF45A5-057E-4D5A-A08D-7A8F14BBF81D}" dt="2020-09-17T23:35:34.586" v="1132" actId="20577"/>
        <pc:sldMkLst>
          <pc:docMk/>
          <pc:sldMk cId="4113558887" sldId="300"/>
        </pc:sldMkLst>
        <pc:spChg chg="mod">
          <ac:chgData name="William Estes" userId="a88fcdbc31b6f594" providerId="Windows Live" clId="Web-{94CF45A5-057E-4D5A-A08D-7A8F14BBF81D}" dt="2020-09-17T23:35:34.586" v="1132" actId="20577"/>
          <ac:spMkLst>
            <pc:docMk/>
            <pc:sldMk cId="4113558887" sldId="300"/>
            <ac:spMk id="2" creationId="{5C86CBF7-69F7-7B44-ABCE-F80D6130EA7B}"/>
          </ac:spMkLst>
        </pc:spChg>
        <pc:spChg chg="mod">
          <ac:chgData name="William Estes" userId="a88fcdbc31b6f594" providerId="Windows Live" clId="Web-{94CF45A5-057E-4D5A-A08D-7A8F14BBF81D}" dt="2020-09-17T23:33:50.688" v="1093" actId="20577"/>
          <ac:spMkLst>
            <pc:docMk/>
            <pc:sldMk cId="4113558887" sldId="300"/>
            <ac:spMk id="3" creationId="{1095E837-F77E-AE4D-944C-919B5D780AAA}"/>
          </ac:spMkLst>
        </pc:spChg>
        <pc:picChg chg="del">
          <ac:chgData name="William Estes" userId="a88fcdbc31b6f594" providerId="Windows Live" clId="Web-{94CF45A5-057E-4D5A-A08D-7A8F14BBF81D}" dt="2020-09-17T23:33:48.204" v="1092"/>
          <ac:picMkLst>
            <pc:docMk/>
            <pc:sldMk cId="4113558887" sldId="300"/>
            <ac:picMk id="4" creationId="{35579B6A-8784-435F-8258-F5BA08604F52}"/>
          </ac:picMkLst>
        </pc:picChg>
        <pc:picChg chg="add mod">
          <ac:chgData name="William Estes" userId="a88fcdbc31b6f594" providerId="Windows Live" clId="Web-{94CF45A5-057E-4D5A-A08D-7A8F14BBF81D}" dt="2020-09-17T23:33:56.939" v="1099" actId="1076"/>
          <ac:picMkLst>
            <pc:docMk/>
            <pc:sldMk cId="4113558887" sldId="300"/>
            <ac:picMk id="5" creationId="{41359385-A685-4069-A606-E5DD53ED2F48}"/>
          </ac:picMkLst>
        </pc:picChg>
      </pc:sldChg>
      <pc:sldChg chg="modSp">
        <pc:chgData name="William Estes" userId="a88fcdbc31b6f594" providerId="Windows Live" clId="Web-{94CF45A5-057E-4D5A-A08D-7A8F14BBF81D}" dt="2020-09-17T23:35:39.242" v="1137" actId="20577"/>
        <pc:sldMkLst>
          <pc:docMk/>
          <pc:sldMk cId="871545074" sldId="302"/>
        </pc:sldMkLst>
        <pc:spChg chg="mod">
          <ac:chgData name="William Estes" userId="a88fcdbc31b6f594" providerId="Windows Live" clId="Web-{94CF45A5-057E-4D5A-A08D-7A8F14BBF81D}" dt="2020-09-17T23:35:39.242" v="1137" actId="20577"/>
          <ac:spMkLst>
            <pc:docMk/>
            <pc:sldMk cId="871545074" sldId="302"/>
            <ac:spMk id="2" creationId="{5C86CBF7-69F7-7B44-ABCE-F80D6130EA7B}"/>
          </ac:spMkLst>
        </pc:spChg>
      </pc:sldChg>
      <pc:sldChg chg="modSp">
        <pc:chgData name="William Estes" userId="a88fcdbc31b6f594" providerId="Windows Live" clId="Web-{94CF45A5-057E-4D5A-A08D-7A8F14BBF81D}" dt="2020-09-17T23:35:48.259" v="1142" actId="20577"/>
        <pc:sldMkLst>
          <pc:docMk/>
          <pc:sldMk cId="284483567" sldId="303"/>
        </pc:sldMkLst>
        <pc:spChg chg="mod">
          <ac:chgData name="William Estes" userId="a88fcdbc31b6f594" providerId="Windows Live" clId="Web-{94CF45A5-057E-4D5A-A08D-7A8F14BBF81D}" dt="2020-09-17T23:35:48.259" v="1142" actId="20577"/>
          <ac:spMkLst>
            <pc:docMk/>
            <pc:sldMk cId="284483567" sldId="303"/>
            <ac:spMk id="2" creationId="{5C86CBF7-69F7-7B44-ABCE-F80D6130EA7B}"/>
          </ac:spMkLst>
        </pc:spChg>
      </pc:sldChg>
      <pc:sldChg chg="addSp delSp modSp">
        <pc:chgData name="William Estes" userId="a88fcdbc31b6f594" providerId="Windows Live" clId="Web-{94CF45A5-057E-4D5A-A08D-7A8F14BBF81D}" dt="2020-09-17T21:38:34.900" v="11" actId="1076"/>
        <pc:sldMkLst>
          <pc:docMk/>
          <pc:sldMk cId="693750733" sldId="307"/>
        </pc:sldMkLst>
        <pc:spChg chg="mod">
          <ac:chgData name="William Estes" userId="a88fcdbc31b6f594" providerId="Windows Live" clId="Web-{94CF45A5-057E-4D5A-A08D-7A8F14BBF81D}" dt="2020-09-17T21:27:29.339" v="0" actId="20577"/>
          <ac:spMkLst>
            <pc:docMk/>
            <pc:sldMk cId="693750733" sldId="307"/>
            <ac:spMk id="3" creationId="{1095E837-F77E-AE4D-944C-919B5D780AAA}"/>
          </ac:spMkLst>
        </pc:spChg>
        <pc:picChg chg="add del mod">
          <ac:chgData name="William Estes" userId="a88fcdbc31b6f594" providerId="Windows Live" clId="Web-{94CF45A5-057E-4D5A-A08D-7A8F14BBF81D}" dt="2020-09-17T21:37:33.724" v="6"/>
          <ac:picMkLst>
            <pc:docMk/>
            <pc:sldMk cId="693750733" sldId="307"/>
            <ac:picMk id="4" creationId="{FFD80CE7-94E0-4C3C-8D1E-5A58541A4FFE}"/>
          </ac:picMkLst>
        </pc:picChg>
        <pc:picChg chg="add mod">
          <ac:chgData name="William Estes" userId="a88fcdbc31b6f594" providerId="Windows Live" clId="Web-{94CF45A5-057E-4D5A-A08D-7A8F14BBF81D}" dt="2020-09-17T21:38:34.900" v="11" actId="1076"/>
          <ac:picMkLst>
            <pc:docMk/>
            <pc:sldMk cId="693750733" sldId="307"/>
            <ac:picMk id="5" creationId="{7B876757-F0B6-4D0D-B44D-8F9062593D2B}"/>
          </ac:picMkLst>
        </pc:picChg>
      </pc:sldChg>
      <pc:sldChg chg="modSp add replId">
        <pc:chgData name="William Estes" userId="a88fcdbc31b6f594" providerId="Windows Live" clId="Web-{94CF45A5-057E-4D5A-A08D-7A8F14BBF81D}" dt="2020-09-17T23:35:30.601" v="1127" actId="20577"/>
        <pc:sldMkLst>
          <pc:docMk/>
          <pc:sldMk cId="2389922456" sldId="308"/>
        </pc:sldMkLst>
        <pc:spChg chg="mod">
          <ac:chgData name="William Estes" userId="a88fcdbc31b6f594" providerId="Windows Live" clId="Web-{94CF45A5-057E-4D5A-A08D-7A8F14BBF81D}" dt="2020-09-17T23:35:30.601" v="1127" actId="20577"/>
          <ac:spMkLst>
            <pc:docMk/>
            <pc:sldMk cId="2389922456" sldId="308"/>
            <ac:spMk id="2" creationId="{5C86CBF7-69F7-7B44-ABCE-F80D6130EA7B}"/>
          </ac:spMkLst>
        </pc:spChg>
        <pc:spChg chg="mod">
          <ac:chgData name="William Estes" userId="a88fcdbc31b6f594" providerId="Windows Live" clId="Web-{94CF45A5-057E-4D5A-A08D-7A8F14BBF81D}" dt="2020-09-17T23:30:02.407" v="1054" actId="20577"/>
          <ac:spMkLst>
            <pc:docMk/>
            <pc:sldMk cId="2389922456" sldId="308"/>
            <ac:spMk id="3" creationId="{1095E837-F77E-AE4D-944C-919B5D780AAA}"/>
          </ac:spMkLst>
        </pc:spChg>
        <pc:picChg chg="mod">
          <ac:chgData name="William Estes" userId="a88fcdbc31b6f594" providerId="Windows Live" clId="Web-{94CF45A5-057E-4D5A-A08D-7A8F14BBF81D}" dt="2020-09-17T23:26:39.738" v="719" actId="1076"/>
          <ac:picMkLst>
            <pc:docMk/>
            <pc:sldMk cId="2389922456" sldId="308"/>
            <ac:picMk id="5" creationId="{3978EFC9-22F4-43EA-941F-95906CDF7E8E}"/>
          </ac:picMkLst>
        </pc:picChg>
      </pc:sldChg>
      <pc:sldChg chg="addSp delSp modSp add replId">
        <pc:chgData name="William Estes" userId="a88fcdbc31b6f594" providerId="Windows Live" clId="Web-{94CF45A5-057E-4D5A-A08D-7A8F14BBF81D}" dt="2020-09-17T23:35:17.710" v="1107" actId="20577"/>
        <pc:sldMkLst>
          <pc:docMk/>
          <pc:sldMk cId="4150258742" sldId="309"/>
        </pc:sldMkLst>
        <pc:spChg chg="mod">
          <ac:chgData name="William Estes" userId="a88fcdbc31b6f594" providerId="Windows Live" clId="Web-{94CF45A5-057E-4D5A-A08D-7A8F14BBF81D}" dt="2020-09-17T23:35:17.710" v="1107" actId="20577"/>
          <ac:spMkLst>
            <pc:docMk/>
            <pc:sldMk cId="4150258742" sldId="309"/>
            <ac:spMk id="2" creationId="{5C86CBF7-69F7-7B44-ABCE-F80D6130EA7B}"/>
          </ac:spMkLst>
        </pc:spChg>
        <pc:spChg chg="mod">
          <ac:chgData name="William Estes" userId="a88fcdbc31b6f594" providerId="Windows Live" clId="Web-{94CF45A5-057E-4D5A-A08D-7A8F14BBF81D}" dt="2020-09-17T21:46:29.213" v="314" actId="20577"/>
          <ac:spMkLst>
            <pc:docMk/>
            <pc:sldMk cId="4150258742" sldId="309"/>
            <ac:spMk id="3" creationId="{1095E837-F77E-AE4D-944C-919B5D780AAA}"/>
          </ac:spMkLst>
        </pc:spChg>
        <pc:picChg chg="del">
          <ac:chgData name="William Estes" userId="a88fcdbc31b6f594" providerId="Windows Live" clId="Web-{94CF45A5-057E-4D5A-A08D-7A8F14BBF81D}" dt="2020-09-17T21:44:05.188" v="313"/>
          <ac:picMkLst>
            <pc:docMk/>
            <pc:sldMk cId="4150258742" sldId="309"/>
            <ac:picMk id="4" creationId="{4AFADB21-C062-47A9-B22F-5E518B4C9902}"/>
          </ac:picMkLst>
        </pc:picChg>
        <pc:picChg chg="add mod">
          <ac:chgData name="William Estes" userId="a88fcdbc31b6f594" providerId="Windows Live" clId="Web-{94CF45A5-057E-4D5A-A08D-7A8F14BBF81D}" dt="2020-09-17T21:46:36.510" v="319" actId="14100"/>
          <ac:picMkLst>
            <pc:docMk/>
            <pc:sldMk cId="4150258742" sldId="309"/>
            <ac:picMk id="5" creationId="{1CEBAAA2-4F52-4A36-B85B-C574968B91ED}"/>
          </ac:picMkLst>
        </pc:picChg>
        <pc:picChg chg="add mod modCrop">
          <ac:chgData name="William Estes" userId="a88fcdbc31b6f594" providerId="Windows Live" clId="Web-{94CF45A5-057E-4D5A-A08D-7A8F14BBF81D}" dt="2020-09-17T21:48:03.110" v="327" actId="14100"/>
          <ac:picMkLst>
            <pc:docMk/>
            <pc:sldMk cId="4150258742" sldId="309"/>
            <ac:picMk id="6" creationId="{DEFE1ECF-92DA-45E3-9C6E-420CD690B79C}"/>
          </ac:picMkLst>
        </pc:picChg>
      </pc:sldChg>
      <pc:sldChg chg="addSp delSp modSp add replId">
        <pc:chgData name="William Estes" userId="a88fcdbc31b6f594" providerId="Windows Live" clId="Web-{94CF45A5-057E-4D5A-A08D-7A8F14BBF81D}" dt="2020-09-17T23:35:21.210" v="1112" actId="20577"/>
        <pc:sldMkLst>
          <pc:docMk/>
          <pc:sldMk cId="2930964686" sldId="310"/>
        </pc:sldMkLst>
        <pc:spChg chg="mod">
          <ac:chgData name="William Estes" userId="a88fcdbc31b6f594" providerId="Windows Live" clId="Web-{94CF45A5-057E-4D5A-A08D-7A8F14BBF81D}" dt="2020-09-17T23:35:21.210" v="1112" actId="20577"/>
          <ac:spMkLst>
            <pc:docMk/>
            <pc:sldMk cId="2930964686" sldId="310"/>
            <ac:spMk id="2" creationId="{5C86CBF7-69F7-7B44-ABCE-F80D6130EA7B}"/>
          </ac:spMkLst>
        </pc:spChg>
        <pc:spChg chg="mod">
          <ac:chgData name="William Estes" userId="a88fcdbc31b6f594" providerId="Windows Live" clId="Web-{94CF45A5-057E-4D5A-A08D-7A8F14BBF81D}" dt="2020-09-17T21:54:23.323" v="667" actId="20577"/>
          <ac:spMkLst>
            <pc:docMk/>
            <pc:sldMk cId="2930964686" sldId="310"/>
            <ac:spMk id="3" creationId="{1095E837-F77E-AE4D-944C-919B5D780AAA}"/>
          </ac:spMkLst>
        </pc:spChg>
        <pc:picChg chg="add mod">
          <ac:chgData name="William Estes" userId="a88fcdbc31b6f594" providerId="Windows Live" clId="Web-{94CF45A5-057E-4D5A-A08D-7A8F14BBF81D}" dt="2020-09-17T21:53:38.695" v="656" actId="1076"/>
          <ac:picMkLst>
            <pc:docMk/>
            <pc:sldMk cId="2930964686" sldId="310"/>
            <ac:picMk id="4" creationId="{2A384FC0-9CBF-49F7-8AA2-D40FE6AA7BDF}"/>
          </ac:picMkLst>
        </pc:picChg>
        <pc:picChg chg="del">
          <ac:chgData name="William Estes" userId="a88fcdbc31b6f594" providerId="Windows Live" clId="Web-{94CF45A5-057E-4D5A-A08D-7A8F14BBF81D}" dt="2020-09-17T21:50:15.775" v="329"/>
          <ac:picMkLst>
            <pc:docMk/>
            <pc:sldMk cId="2930964686" sldId="310"/>
            <ac:picMk id="5" creationId="{1CEBAAA2-4F52-4A36-B85B-C574968B91ED}"/>
          </ac:picMkLst>
        </pc:picChg>
        <pc:picChg chg="del">
          <ac:chgData name="William Estes" userId="a88fcdbc31b6f594" providerId="Windows Live" clId="Web-{94CF45A5-057E-4D5A-A08D-7A8F14BBF81D}" dt="2020-09-17T21:50:17.150" v="330"/>
          <ac:picMkLst>
            <pc:docMk/>
            <pc:sldMk cId="2930964686" sldId="310"/>
            <ac:picMk id="6" creationId="{DEFE1ECF-92DA-45E3-9C6E-420CD690B79C}"/>
          </ac:picMkLst>
        </pc:picChg>
      </pc:sldChg>
      <pc:sldChg chg="addSp delSp modSp add replId">
        <pc:chgData name="William Estes" userId="a88fcdbc31b6f594" providerId="Windows Live" clId="Web-{94CF45A5-057E-4D5A-A08D-7A8F14BBF81D}" dt="2020-09-17T23:35:24.444" v="1117" actId="20577"/>
        <pc:sldMkLst>
          <pc:docMk/>
          <pc:sldMk cId="2986202744" sldId="311"/>
        </pc:sldMkLst>
        <pc:spChg chg="mod">
          <ac:chgData name="William Estes" userId="a88fcdbc31b6f594" providerId="Windows Live" clId="Web-{94CF45A5-057E-4D5A-A08D-7A8F14BBF81D}" dt="2020-09-17T23:35:24.444" v="1117" actId="20577"/>
          <ac:spMkLst>
            <pc:docMk/>
            <pc:sldMk cId="2986202744" sldId="311"/>
            <ac:spMk id="2" creationId="{5C86CBF7-69F7-7B44-ABCE-F80D6130EA7B}"/>
          </ac:spMkLst>
        </pc:spChg>
        <pc:spChg chg="mod">
          <ac:chgData name="William Estes" userId="a88fcdbc31b6f594" providerId="Windows Live" clId="Web-{94CF45A5-057E-4D5A-A08D-7A8F14BBF81D}" dt="2020-09-17T23:12:52.417" v="691" actId="20577"/>
          <ac:spMkLst>
            <pc:docMk/>
            <pc:sldMk cId="2986202744" sldId="311"/>
            <ac:spMk id="3" creationId="{1095E837-F77E-AE4D-944C-919B5D780AAA}"/>
          </ac:spMkLst>
        </pc:spChg>
        <pc:picChg chg="del">
          <ac:chgData name="William Estes" userId="a88fcdbc31b6f594" providerId="Windows Live" clId="Web-{94CF45A5-057E-4D5A-A08D-7A8F14BBF81D}" dt="2020-09-17T21:58:03.463" v="690"/>
          <ac:picMkLst>
            <pc:docMk/>
            <pc:sldMk cId="2986202744" sldId="311"/>
            <ac:picMk id="4" creationId="{2A384FC0-9CBF-49F7-8AA2-D40FE6AA7BDF}"/>
          </ac:picMkLst>
        </pc:picChg>
        <pc:picChg chg="add mod">
          <ac:chgData name="William Estes" userId="a88fcdbc31b6f594" providerId="Windows Live" clId="Web-{94CF45A5-057E-4D5A-A08D-7A8F14BBF81D}" dt="2020-09-17T23:13:01.948" v="697" actId="1076"/>
          <ac:picMkLst>
            <pc:docMk/>
            <pc:sldMk cId="2986202744" sldId="311"/>
            <ac:picMk id="4" creationId="{A5C0521A-9313-444E-8750-AF0B90B63E5C}"/>
          </ac:picMkLst>
        </pc:picChg>
      </pc:sldChg>
      <pc:sldChg chg="addSp delSp modSp add replId">
        <pc:chgData name="William Estes" userId="a88fcdbc31b6f594" providerId="Windows Live" clId="Web-{94CF45A5-057E-4D5A-A08D-7A8F14BBF81D}" dt="2020-09-17T23:35:27.492" v="1122" actId="20577"/>
        <pc:sldMkLst>
          <pc:docMk/>
          <pc:sldMk cId="2515487716" sldId="312"/>
        </pc:sldMkLst>
        <pc:spChg chg="mod">
          <ac:chgData name="William Estes" userId="a88fcdbc31b6f594" providerId="Windows Live" clId="Web-{94CF45A5-057E-4D5A-A08D-7A8F14BBF81D}" dt="2020-09-17T23:35:27.492" v="1122" actId="20577"/>
          <ac:spMkLst>
            <pc:docMk/>
            <pc:sldMk cId="2515487716" sldId="312"/>
            <ac:spMk id="2" creationId="{5C86CBF7-69F7-7B44-ABCE-F80D6130EA7B}"/>
          </ac:spMkLst>
        </pc:spChg>
        <pc:spChg chg="mod">
          <ac:chgData name="William Estes" userId="a88fcdbc31b6f594" providerId="Windows Live" clId="Web-{94CF45A5-057E-4D5A-A08D-7A8F14BBF81D}" dt="2020-09-17T23:14:30.579" v="708" actId="20577"/>
          <ac:spMkLst>
            <pc:docMk/>
            <pc:sldMk cId="2515487716" sldId="312"/>
            <ac:spMk id="3" creationId="{1095E837-F77E-AE4D-944C-919B5D780AAA}"/>
          </ac:spMkLst>
        </pc:spChg>
        <pc:picChg chg="del">
          <ac:chgData name="William Estes" userId="a88fcdbc31b6f594" providerId="Windows Live" clId="Web-{94CF45A5-057E-4D5A-A08D-7A8F14BBF81D}" dt="2020-09-17T23:13:29.122" v="699"/>
          <ac:picMkLst>
            <pc:docMk/>
            <pc:sldMk cId="2515487716" sldId="312"/>
            <ac:picMk id="4" creationId="{A5C0521A-9313-444E-8750-AF0B90B63E5C}"/>
          </ac:picMkLst>
        </pc:picChg>
        <pc:picChg chg="add mod">
          <ac:chgData name="William Estes" userId="a88fcdbc31b6f594" providerId="Windows Live" clId="Web-{94CF45A5-057E-4D5A-A08D-7A8F14BBF81D}" dt="2020-09-17T23:21:39.061" v="715" actId="14100"/>
          <ac:picMkLst>
            <pc:docMk/>
            <pc:sldMk cId="2515487716" sldId="312"/>
            <ac:picMk id="5" creationId="{6751D6AE-9DE2-4F14-BF80-72C6AD489C50}"/>
          </ac:picMkLst>
        </pc:picChg>
        <pc:picChg chg="add mod">
          <ac:chgData name="William Estes" userId="a88fcdbc31b6f594" providerId="Windows Live" clId="Web-{94CF45A5-057E-4D5A-A08D-7A8F14BBF81D}" dt="2020-09-17T23:25:28.123" v="718" actId="14100"/>
          <ac:picMkLst>
            <pc:docMk/>
            <pc:sldMk cId="2515487716" sldId="312"/>
            <ac:picMk id="6" creationId="{6718C726-2A28-4C6E-9EB9-21441BE42D6A}"/>
          </ac:picMkLst>
        </pc:picChg>
      </pc:sldChg>
    </pc:docChg>
  </pc:docChgLst>
  <pc:docChgLst>
    <pc:chgData name="William Estes" userId="a88fcdbc31b6f594" providerId="Windows Live" clId="Web-{C315AE13-3FFC-40A6-9225-66EF587F17B1}"/>
    <pc:docChg chg="modSld">
      <pc:chgData name="William Estes" userId="a88fcdbc31b6f594" providerId="Windows Live" clId="Web-{C315AE13-3FFC-40A6-9225-66EF587F17B1}" dt="2020-09-29T00:01:38.625" v="37" actId="1076"/>
      <pc:docMkLst>
        <pc:docMk/>
      </pc:docMkLst>
      <pc:sldChg chg="modSp">
        <pc:chgData name="William Estes" userId="a88fcdbc31b6f594" providerId="Windows Live" clId="Web-{C315AE13-3FFC-40A6-9225-66EF587F17B1}" dt="2020-09-28T23:58:00.389" v="35" actId="1076"/>
        <pc:sldMkLst>
          <pc:docMk/>
          <pc:sldMk cId="3929471447" sldId="304"/>
        </pc:sldMkLst>
        <pc:spChg chg="mod">
          <ac:chgData name="William Estes" userId="a88fcdbc31b6f594" providerId="Windows Live" clId="Web-{C315AE13-3FFC-40A6-9225-66EF587F17B1}" dt="2020-09-28T23:56:27.467" v="31" actId="20577"/>
          <ac:spMkLst>
            <pc:docMk/>
            <pc:sldMk cId="3929471447" sldId="304"/>
            <ac:spMk id="3" creationId="{1095E837-F77E-AE4D-944C-919B5D780AAA}"/>
          </ac:spMkLst>
        </pc:spChg>
        <pc:spChg chg="mod">
          <ac:chgData name="William Estes" userId="a88fcdbc31b6f594" providerId="Windows Live" clId="Web-{C315AE13-3FFC-40A6-9225-66EF587F17B1}" dt="2020-09-28T23:57:57.608" v="34" actId="1076"/>
          <ac:spMkLst>
            <pc:docMk/>
            <pc:sldMk cId="3929471447" sldId="304"/>
            <ac:spMk id="4" creationId="{40026688-A060-4EF5-B36A-259E9B28F9A1}"/>
          </ac:spMkLst>
        </pc:spChg>
        <pc:spChg chg="mod">
          <ac:chgData name="William Estes" userId="a88fcdbc31b6f594" providerId="Windows Live" clId="Web-{C315AE13-3FFC-40A6-9225-66EF587F17B1}" dt="2020-09-28T23:58:00.389" v="35" actId="1076"/>
          <ac:spMkLst>
            <pc:docMk/>
            <pc:sldMk cId="3929471447" sldId="304"/>
            <ac:spMk id="5" creationId="{84502B35-DB95-4BE8-BFCE-D261B0732F3F}"/>
          </ac:spMkLst>
        </pc:spChg>
      </pc:sldChg>
      <pc:sldChg chg="modSp">
        <pc:chgData name="William Estes" userId="a88fcdbc31b6f594" providerId="Windows Live" clId="Web-{C315AE13-3FFC-40A6-9225-66EF587F17B1}" dt="2020-09-29T00:01:38.625" v="37" actId="1076"/>
        <pc:sldMkLst>
          <pc:docMk/>
          <pc:sldMk cId="495592214" sldId="305"/>
        </pc:sldMkLst>
        <pc:spChg chg="mod">
          <ac:chgData name="William Estes" userId="a88fcdbc31b6f594" providerId="Windows Live" clId="Web-{C315AE13-3FFC-40A6-9225-66EF587F17B1}" dt="2020-09-29T00:01:38.625" v="37" actId="1076"/>
          <ac:spMkLst>
            <pc:docMk/>
            <pc:sldMk cId="495592214" sldId="305"/>
            <ac:spMk id="4" creationId="{F4739955-29A2-42C3-AB46-432484DA59E9}"/>
          </ac:spMkLst>
        </pc:spChg>
      </pc:sldChg>
    </pc:docChg>
  </pc:docChgLst>
  <pc:docChgLst>
    <pc:chgData name="William Estes" userId="a88fcdbc31b6f594" providerId="LiveId" clId="{B607BF08-4681-1E40-BEB0-FEB4635DFEA0}"/>
    <pc:docChg chg="custSel addSld delSld modSld sldOrd">
      <pc:chgData name="William Estes" userId="a88fcdbc31b6f594" providerId="LiveId" clId="{B607BF08-4681-1E40-BEB0-FEB4635DFEA0}" dt="2021-02-25T23:42:51.052" v="621" actId="20577"/>
      <pc:docMkLst>
        <pc:docMk/>
      </pc:docMkLst>
      <pc:sldChg chg="modSp mod">
        <pc:chgData name="William Estes" userId="a88fcdbc31b6f594" providerId="LiveId" clId="{B607BF08-4681-1E40-BEB0-FEB4635DFEA0}" dt="2021-02-22T05:07:08.048" v="6" actId="6549"/>
        <pc:sldMkLst>
          <pc:docMk/>
          <pc:sldMk cId="1945136841" sldId="256"/>
        </pc:sldMkLst>
        <pc:spChg chg="mod">
          <ac:chgData name="William Estes" userId="a88fcdbc31b6f594" providerId="LiveId" clId="{B607BF08-4681-1E40-BEB0-FEB4635DFEA0}" dt="2021-02-22T05:07:08.048" v="6" actId="6549"/>
          <ac:spMkLst>
            <pc:docMk/>
            <pc:sldMk cId="1945136841" sldId="256"/>
            <ac:spMk id="3" creationId="{DDC89ACB-096C-C741-9C1C-5361EC0608AA}"/>
          </ac:spMkLst>
        </pc:spChg>
      </pc:sldChg>
      <pc:sldChg chg="modSp mod">
        <pc:chgData name="William Estes" userId="a88fcdbc31b6f594" providerId="LiveId" clId="{B607BF08-4681-1E40-BEB0-FEB4635DFEA0}" dt="2021-02-25T23:42:51.052" v="621" actId="20577"/>
        <pc:sldMkLst>
          <pc:docMk/>
          <pc:sldMk cId="496210837" sldId="280"/>
        </pc:sldMkLst>
        <pc:spChg chg="mod">
          <ac:chgData name="William Estes" userId="a88fcdbc31b6f594" providerId="LiveId" clId="{B607BF08-4681-1E40-BEB0-FEB4635DFEA0}" dt="2021-02-25T23:42:51.052" v="621" actId="20577"/>
          <ac:spMkLst>
            <pc:docMk/>
            <pc:sldMk cId="496210837" sldId="280"/>
            <ac:spMk id="3" creationId="{3713A5A2-1019-0143-BC00-1B8B12D7C198}"/>
          </ac:spMkLst>
        </pc:spChg>
      </pc:sldChg>
      <pc:sldChg chg="modSp mod">
        <pc:chgData name="William Estes" userId="a88fcdbc31b6f594" providerId="LiveId" clId="{B607BF08-4681-1E40-BEB0-FEB4635DFEA0}" dt="2021-02-22T23:25:27.190" v="615" actId="1036"/>
        <pc:sldMkLst>
          <pc:docMk/>
          <pc:sldMk cId="4080448644" sldId="299"/>
        </pc:sldMkLst>
        <pc:spChg chg="mod">
          <ac:chgData name="William Estes" userId="a88fcdbc31b6f594" providerId="LiveId" clId="{B607BF08-4681-1E40-BEB0-FEB4635DFEA0}" dt="2021-02-22T23:25:27.190" v="615" actId="1036"/>
          <ac:spMkLst>
            <pc:docMk/>
            <pc:sldMk cId="4080448644" sldId="299"/>
            <ac:spMk id="3" creationId="{1095E837-F77E-AE4D-944C-919B5D780AAA}"/>
          </ac:spMkLst>
        </pc:spChg>
        <pc:picChg chg="mod">
          <ac:chgData name="William Estes" userId="a88fcdbc31b6f594" providerId="LiveId" clId="{B607BF08-4681-1E40-BEB0-FEB4635DFEA0}" dt="2021-02-22T23:24:25.578" v="614" actId="1076"/>
          <ac:picMkLst>
            <pc:docMk/>
            <pc:sldMk cId="4080448644" sldId="299"/>
            <ac:picMk id="4" creationId="{4AFADB21-C062-47A9-B22F-5E518B4C9902}"/>
          </ac:picMkLst>
        </pc:picChg>
      </pc:sldChg>
      <pc:sldChg chg="addSp delSp modSp mod">
        <pc:chgData name="William Estes" userId="a88fcdbc31b6f594" providerId="LiveId" clId="{B607BF08-4681-1E40-BEB0-FEB4635DFEA0}" dt="2021-02-22T23:01:44.322" v="609" actId="1076"/>
        <pc:sldMkLst>
          <pc:docMk/>
          <pc:sldMk cId="3929471447" sldId="304"/>
        </pc:sldMkLst>
        <pc:spChg chg="mod">
          <ac:chgData name="William Estes" userId="a88fcdbc31b6f594" providerId="LiveId" clId="{B607BF08-4681-1E40-BEB0-FEB4635DFEA0}" dt="2021-02-22T05:13:04.268" v="155" actId="15"/>
          <ac:spMkLst>
            <pc:docMk/>
            <pc:sldMk cId="3929471447" sldId="304"/>
            <ac:spMk id="3" creationId="{1095E837-F77E-AE4D-944C-919B5D780AAA}"/>
          </ac:spMkLst>
        </pc:spChg>
        <pc:spChg chg="mod">
          <ac:chgData name="William Estes" userId="a88fcdbc31b6f594" providerId="LiveId" clId="{B607BF08-4681-1E40-BEB0-FEB4635DFEA0}" dt="2021-02-22T23:01:44.322" v="609" actId="1076"/>
          <ac:spMkLst>
            <pc:docMk/>
            <pc:sldMk cId="3929471447" sldId="304"/>
            <ac:spMk id="4" creationId="{40026688-A060-4EF5-B36A-259E9B28F9A1}"/>
          </ac:spMkLst>
        </pc:spChg>
        <pc:spChg chg="del mod">
          <ac:chgData name="William Estes" userId="a88fcdbc31b6f594" providerId="LiveId" clId="{B607BF08-4681-1E40-BEB0-FEB4635DFEA0}" dt="2021-02-22T05:12:24.999" v="71" actId="478"/>
          <ac:spMkLst>
            <pc:docMk/>
            <pc:sldMk cId="3929471447" sldId="304"/>
            <ac:spMk id="5" creationId="{84502B35-DB95-4BE8-BFCE-D261B0732F3F}"/>
          </ac:spMkLst>
        </pc:spChg>
        <pc:spChg chg="add mod">
          <ac:chgData name="William Estes" userId="a88fcdbc31b6f594" providerId="LiveId" clId="{B607BF08-4681-1E40-BEB0-FEB4635DFEA0}" dt="2021-02-22T23:01:41.769" v="608" actId="1076"/>
          <ac:spMkLst>
            <pc:docMk/>
            <pc:sldMk cId="3929471447" sldId="304"/>
            <ac:spMk id="6" creationId="{71F6B9E0-AE3B-C845-9389-29AACE9394E0}"/>
          </ac:spMkLst>
        </pc:spChg>
      </pc:sldChg>
      <pc:sldChg chg="modSp mod">
        <pc:chgData name="William Estes" userId="a88fcdbc31b6f594" providerId="LiveId" clId="{B607BF08-4681-1E40-BEB0-FEB4635DFEA0}" dt="2021-02-22T23:04:16.876" v="612" actId="1076"/>
        <pc:sldMkLst>
          <pc:docMk/>
          <pc:sldMk cId="495592214" sldId="305"/>
        </pc:sldMkLst>
        <pc:spChg chg="mod">
          <ac:chgData name="William Estes" userId="a88fcdbc31b6f594" providerId="LiveId" clId="{B607BF08-4681-1E40-BEB0-FEB4635DFEA0}" dt="2021-02-22T23:04:16.876" v="612" actId="1076"/>
          <ac:spMkLst>
            <pc:docMk/>
            <pc:sldMk cId="495592214" sldId="305"/>
            <ac:spMk id="4" creationId="{F4739955-29A2-42C3-AB46-432484DA59E9}"/>
          </ac:spMkLst>
        </pc:spChg>
      </pc:sldChg>
      <pc:sldChg chg="modSp mod">
        <pc:chgData name="William Estes" userId="a88fcdbc31b6f594" providerId="LiveId" clId="{B607BF08-4681-1E40-BEB0-FEB4635DFEA0}" dt="2021-02-22T05:13:45.795" v="157" actId="14100"/>
        <pc:sldMkLst>
          <pc:docMk/>
          <pc:sldMk cId="693750733" sldId="307"/>
        </pc:sldMkLst>
        <pc:picChg chg="mod">
          <ac:chgData name="William Estes" userId="a88fcdbc31b6f594" providerId="LiveId" clId="{B607BF08-4681-1E40-BEB0-FEB4635DFEA0}" dt="2021-02-22T05:13:45.795" v="157" actId="14100"/>
          <ac:picMkLst>
            <pc:docMk/>
            <pc:sldMk cId="693750733" sldId="307"/>
            <ac:picMk id="5" creationId="{7B876757-F0B6-4D0D-B44D-8F9062593D2B}"/>
          </ac:picMkLst>
        </pc:picChg>
      </pc:sldChg>
      <pc:sldChg chg="delSp modSp add mod ord">
        <pc:chgData name="William Estes" userId="a88fcdbc31b6f594" providerId="LiveId" clId="{B607BF08-4681-1E40-BEB0-FEB4635DFEA0}" dt="2021-02-22T20:10:32.008" v="605" actId="20577"/>
        <pc:sldMkLst>
          <pc:docMk/>
          <pc:sldMk cId="6702429" sldId="322"/>
        </pc:sldMkLst>
        <pc:spChg chg="mod">
          <ac:chgData name="William Estes" userId="a88fcdbc31b6f594" providerId="LiveId" clId="{B607BF08-4681-1E40-BEB0-FEB4635DFEA0}" dt="2021-02-22T20:08:21.186" v="171" actId="20577"/>
          <ac:spMkLst>
            <pc:docMk/>
            <pc:sldMk cId="6702429" sldId="322"/>
            <ac:spMk id="2" creationId="{5C86CBF7-69F7-7B44-ABCE-F80D6130EA7B}"/>
          </ac:spMkLst>
        </pc:spChg>
        <pc:spChg chg="mod">
          <ac:chgData name="William Estes" userId="a88fcdbc31b6f594" providerId="LiveId" clId="{B607BF08-4681-1E40-BEB0-FEB4635DFEA0}" dt="2021-02-22T20:10:32.008" v="605" actId="20577"/>
          <ac:spMkLst>
            <pc:docMk/>
            <pc:sldMk cId="6702429" sldId="322"/>
            <ac:spMk id="3" creationId="{1095E837-F77E-AE4D-944C-919B5D780AAA}"/>
          </ac:spMkLst>
        </pc:spChg>
        <pc:spChg chg="del">
          <ac:chgData name="William Estes" userId="a88fcdbc31b6f594" providerId="LiveId" clId="{B607BF08-4681-1E40-BEB0-FEB4635DFEA0}" dt="2021-02-22T20:08:29.022" v="188" actId="478"/>
          <ac:spMkLst>
            <pc:docMk/>
            <pc:sldMk cId="6702429" sldId="322"/>
            <ac:spMk id="4" creationId="{F4739955-29A2-42C3-AB46-432484DA59E9}"/>
          </ac:spMkLst>
        </pc:spChg>
      </pc:sldChg>
      <pc:sldChg chg="modSp new del mod">
        <pc:chgData name="William Estes" userId="a88fcdbc31b6f594" providerId="LiveId" clId="{B607BF08-4681-1E40-BEB0-FEB4635DFEA0}" dt="2021-02-22T20:08:11.999" v="160" actId="2696"/>
        <pc:sldMkLst>
          <pc:docMk/>
          <pc:sldMk cId="3550492568" sldId="322"/>
        </pc:sldMkLst>
        <pc:spChg chg="mod">
          <ac:chgData name="William Estes" userId="a88fcdbc31b6f594" providerId="LiveId" clId="{B607BF08-4681-1E40-BEB0-FEB4635DFEA0}" dt="2021-02-22T20:08:09.831" v="159" actId="14100"/>
          <ac:spMkLst>
            <pc:docMk/>
            <pc:sldMk cId="3550492568" sldId="322"/>
            <ac:spMk id="2" creationId="{CBA6A4E4-EED0-AA40-AD6B-5137A1196E8F}"/>
          </ac:spMkLst>
        </pc:spChg>
      </pc:sldChg>
      <pc:sldChg chg="del">
        <pc:chgData name="William Estes" userId="a88fcdbc31b6f594" providerId="LiveId" clId="{B607BF08-4681-1E40-BEB0-FEB4635DFEA0}" dt="2021-02-22T05:07:36.165" v="7" actId="2696"/>
        <pc:sldMkLst>
          <pc:docMk/>
          <pc:sldMk cId="3578039536" sldId="322"/>
        </pc:sldMkLst>
      </pc:sldChg>
    </pc:docChg>
  </pc:docChgLst>
  <pc:docChgLst>
    <pc:chgData name="William Estes" userId="a88fcdbc31b6f594" providerId="Windows Live" clId="Web-{78743B36-A8F2-45C2-8DC9-18B093944C90}"/>
    <pc:docChg chg="addSld delSld modSld sldOrd">
      <pc:chgData name="William Estes" userId="a88fcdbc31b6f594" providerId="Windows Live" clId="Web-{78743B36-A8F2-45C2-8DC9-18B093944C90}" dt="2020-08-23T23:02:19.153" v="4157" actId="20577"/>
      <pc:docMkLst>
        <pc:docMk/>
      </pc:docMkLst>
      <pc:sldChg chg="modSp">
        <pc:chgData name="William Estes" userId="a88fcdbc31b6f594" providerId="Windows Live" clId="Web-{78743B36-A8F2-45C2-8DC9-18B093944C90}" dt="2020-08-23T15:42:07.477" v="4" actId="20577"/>
        <pc:sldMkLst>
          <pc:docMk/>
          <pc:sldMk cId="1945136841" sldId="256"/>
        </pc:sldMkLst>
        <pc:spChg chg="mod">
          <ac:chgData name="William Estes" userId="a88fcdbc31b6f594" providerId="Windows Live" clId="Web-{78743B36-A8F2-45C2-8DC9-18B093944C90}" dt="2020-08-23T15:42:07.477" v="4" actId="20577"/>
          <ac:spMkLst>
            <pc:docMk/>
            <pc:sldMk cId="1945136841" sldId="256"/>
            <ac:spMk id="2" creationId="{073FCCB2-5FFC-AF47-90CA-9CC12D113DDD}"/>
          </ac:spMkLst>
        </pc:spChg>
      </pc:sldChg>
      <pc:sldChg chg="del">
        <pc:chgData name="William Estes" userId="a88fcdbc31b6f594" providerId="Windows Live" clId="Web-{78743B36-A8F2-45C2-8DC9-18B093944C90}" dt="2020-08-23T15:42:45.221" v="18"/>
        <pc:sldMkLst>
          <pc:docMk/>
          <pc:sldMk cId="2529677887" sldId="257"/>
        </pc:sldMkLst>
      </pc:sldChg>
      <pc:sldChg chg="del">
        <pc:chgData name="William Estes" userId="a88fcdbc31b6f594" providerId="Windows Live" clId="Web-{78743B36-A8F2-45C2-8DC9-18B093944C90}" dt="2020-08-23T15:42:45.221" v="17"/>
        <pc:sldMkLst>
          <pc:docMk/>
          <pc:sldMk cId="2626440704" sldId="258"/>
        </pc:sldMkLst>
      </pc:sldChg>
      <pc:sldChg chg="del">
        <pc:chgData name="William Estes" userId="a88fcdbc31b6f594" providerId="Windows Live" clId="Web-{78743B36-A8F2-45C2-8DC9-18B093944C90}" dt="2020-08-23T15:42:45.221" v="16"/>
        <pc:sldMkLst>
          <pc:docMk/>
          <pc:sldMk cId="3549427197" sldId="259"/>
        </pc:sldMkLst>
      </pc:sldChg>
      <pc:sldChg chg="addSp delSp modSp">
        <pc:chgData name="William Estes" userId="a88fcdbc31b6f594" providerId="Windows Live" clId="Web-{78743B36-A8F2-45C2-8DC9-18B093944C90}" dt="2020-08-23T21:08:40.356" v="1796" actId="20577"/>
        <pc:sldMkLst>
          <pc:docMk/>
          <pc:sldMk cId="1056604679" sldId="260"/>
        </pc:sldMkLst>
        <pc:spChg chg="mod">
          <ac:chgData name="William Estes" userId="a88fcdbc31b6f594" providerId="Windows Live" clId="Web-{78743B36-A8F2-45C2-8DC9-18B093944C90}" dt="2020-08-23T21:08:40.356" v="1796" actId="20577"/>
          <ac:spMkLst>
            <pc:docMk/>
            <pc:sldMk cId="1056604679" sldId="260"/>
            <ac:spMk id="3" creationId="{3713A5A2-1019-0143-BC00-1B8B12D7C198}"/>
          </ac:spMkLst>
        </pc:spChg>
        <pc:picChg chg="add del mod">
          <ac:chgData name="William Estes" userId="a88fcdbc31b6f594" providerId="Windows Live" clId="Web-{78743B36-A8F2-45C2-8DC9-18B093944C90}" dt="2020-08-23T21:05:54.760" v="1072"/>
          <ac:picMkLst>
            <pc:docMk/>
            <pc:sldMk cId="1056604679" sldId="260"/>
            <ac:picMk id="4" creationId="{FA9C86AC-0806-4235-A32F-104DFC360E47}"/>
          </ac:picMkLst>
        </pc:picChg>
        <pc:picChg chg="add del mod">
          <ac:chgData name="William Estes" userId="a88fcdbc31b6f594" providerId="Windows Live" clId="Web-{78743B36-A8F2-45C2-8DC9-18B093944C90}" dt="2020-08-23T21:05:53.557" v="1071"/>
          <ac:picMkLst>
            <pc:docMk/>
            <pc:sldMk cId="1056604679" sldId="260"/>
            <ac:picMk id="5" creationId="{A2EF13E4-E155-4BDE-BF46-4F99B8777A1F}"/>
          </ac:picMkLst>
        </pc:picChg>
        <pc:picChg chg="add del mod">
          <ac:chgData name="William Estes" userId="a88fcdbc31b6f594" providerId="Windows Live" clId="Web-{78743B36-A8F2-45C2-8DC9-18B093944C90}" dt="2020-08-23T21:05:52.291" v="1070"/>
          <ac:picMkLst>
            <pc:docMk/>
            <pc:sldMk cId="1056604679" sldId="260"/>
            <ac:picMk id="6" creationId="{96A8C2C1-1326-4838-86CA-3245963A11EB}"/>
          </ac:picMkLst>
        </pc:picChg>
        <pc:picChg chg="add mod">
          <ac:chgData name="William Estes" userId="a88fcdbc31b6f594" providerId="Windows Live" clId="Web-{78743B36-A8F2-45C2-8DC9-18B093944C90}" dt="2020-08-23T21:06:37.885" v="1784" actId="1076"/>
          <ac:picMkLst>
            <pc:docMk/>
            <pc:sldMk cId="1056604679" sldId="260"/>
            <ac:picMk id="7" creationId="{7D0999C3-1D3F-4622-9A1B-8DC734094F20}"/>
          </ac:picMkLst>
        </pc:picChg>
      </pc:sldChg>
      <pc:sldChg chg="addSp modSp">
        <pc:chgData name="William Estes" userId="a88fcdbc31b6f594" providerId="Windows Live" clId="Web-{78743B36-A8F2-45C2-8DC9-18B093944C90}" dt="2020-08-23T21:15:31.661" v="2206" actId="20577"/>
        <pc:sldMkLst>
          <pc:docMk/>
          <pc:sldMk cId="2840496418" sldId="261"/>
        </pc:sldMkLst>
        <pc:spChg chg="mod">
          <ac:chgData name="William Estes" userId="a88fcdbc31b6f594" providerId="Windows Live" clId="Web-{78743B36-A8F2-45C2-8DC9-18B093944C90}" dt="2020-08-23T21:09:00.778" v="1802" actId="20577"/>
          <ac:spMkLst>
            <pc:docMk/>
            <pc:sldMk cId="2840496418" sldId="261"/>
            <ac:spMk id="2" creationId="{089AB04D-874D-0245-A562-02212EE48CA7}"/>
          </ac:spMkLst>
        </pc:spChg>
        <pc:spChg chg="mod">
          <ac:chgData name="William Estes" userId="a88fcdbc31b6f594" providerId="Windows Live" clId="Web-{78743B36-A8F2-45C2-8DC9-18B093944C90}" dt="2020-08-23T21:15:31.661" v="2206" actId="20577"/>
          <ac:spMkLst>
            <pc:docMk/>
            <pc:sldMk cId="2840496418" sldId="261"/>
            <ac:spMk id="3" creationId="{3713A5A2-1019-0143-BC00-1B8B12D7C198}"/>
          </ac:spMkLst>
        </pc:spChg>
        <pc:picChg chg="add mod">
          <ac:chgData name="William Estes" userId="a88fcdbc31b6f594" providerId="Windows Live" clId="Web-{78743B36-A8F2-45C2-8DC9-18B093944C90}" dt="2020-08-23T21:14:22.551" v="2205" actId="1076"/>
          <ac:picMkLst>
            <pc:docMk/>
            <pc:sldMk cId="2840496418" sldId="261"/>
            <ac:picMk id="4" creationId="{507C3C5F-5563-43D7-8381-79C548DCA2C5}"/>
          </ac:picMkLst>
        </pc:picChg>
      </pc:sldChg>
      <pc:sldChg chg="addSp delSp modSp del">
        <pc:chgData name="William Estes" userId="a88fcdbc31b6f594" providerId="Windows Live" clId="Web-{78743B36-A8F2-45C2-8DC9-18B093944C90}" dt="2020-08-23T22:33:13.124" v="2798"/>
        <pc:sldMkLst>
          <pc:docMk/>
          <pc:sldMk cId="3712790920" sldId="262"/>
        </pc:sldMkLst>
        <pc:spChg chg="mod">
          <ac:chgData name="William Estes" userId="a88fcdbc31b6f594" providerId="Windows Live" clId="Web-{78743B36-A8F2-45C2-8DC9-18B093944C90}" dt="2020-08-23T21:22:01.464" v="2217" actId="20577"/>
          <ac:spMkLst>
            <pc:docMk/>
            <pc:sldMk cId="3712790920" sldId="262"/>
            <ac:spMk id="2" creationId="{089AB04D-874D-0245-A562-02212EE48CA7}"/>
          </ac:spMkLst>
        </pc:spChg>
        <pc:spChg chg="add mod">
          <ac:chgData name="William Estes" userId="a88fcdbc31b6f594" providerId="Windows Live" clId="Web-{78743B36-A8F2-45C2-8DC9-18B093944C90}" dt="2020-08-23T22:30:40.470" v="2787" actId="14100"/>
          <ac:spMkLst>
            <pc:docMk/>
            <pc:sldMk cId="3712790920" sldId="262"/>
            <ac:spMk id="6" creationId="{FDB60DBF-F433-4057-85ED-960E10BB18C1}"/>
          </ac:spMkLst>
        </pc:spChg>
        <pc:picChg chg="del">
          <ac:chgData name="William Estes" userId="a88fcdbc31b6f594" providerId="Windows Live" clId="Web-{78743B36-A8F2-45C2-8DC9-18B093944C90}" dt="2020-08-23T21:22:03.120" v="2220"/>
          <ac:picMkLst>
            <pc:docMk/>
            <pc:sldMk cId="3712790920" sldId="262"/>
            <ac:picMk id="4" creationId="{42FB71A3-00B3-7F42-9BC5-6061084208CE}"/>
          </ac:picMkLst>
        </pc:picChg>
        <pc:picChg chg="del">
          <ac:chgData name="William Estes" userId="a88fcdbc31b6f594" providerId="Windows Live" clId="Web-{78743B36-A8F2-45C2-8DC9-18B093944C90}" dt="2020-08-23T21:22:08.808" v="2221"/>
          <ac:picMkLst>
            <pc:docMk/>
            <pc:sldMk cId="3712790920" sldId="262"/>
            <ac:picMk id="5" creationId="{275740CB-638A-0E4D-9156-A0E16DE3A496}"/>
          </ac:picMkLst>
        </pc:picChg>
      </pc:sldChg>
      <pc:sldChg chg="del">
        <pc:chgData name="William Estes" userId="a88fcdbc31b6f594" providerId="Windows Live" clId="Web-{78743B36-A8F2-45C2-8DC9-18B093944C90}" dt="2020-08-23T22:33:26.608" v="2810"/>
        <pc:sldMkLst>
          <pc:docMk/>
          <pc:sldMk cId="1266037862" sldId="263"/>
        </pc:sldMkLst>
      </pc:sldChg>
      <pc:sldChg chg="modSp">
        <pc:chgData name="William Estes" userId="a88fcdbc31b6f594" providerId="Windows Live" clId="Web-{78743B36-A8F2-45C2-8DC9-18B093944C90}" dt="2020-08-23T15:43:27.158" v="75" actId="20577"/>
        <pc:sldMkLst>
          <pc:docMk/>
          <pc:sldMk cId="830997286" sldId="264"/>
        </pc:sldMkLst>
        <pc:spChg chg="mod">
          <ac:chgData name="William Estes" userId="a88fcdbc31b6f594" providerId="Windows Live" clId="Web-{78743B36-A8F2-45C2-8DC9-18B093944C90}" dt="2020-08-23T15:42:21.180" v="10" actId="20577"/>
          <ac:spMkLst>
            <pc:docMk/>
            <pc:sldMk cId="830997286" sldId="264"/>
            <ac:spMk id="2" creationId="{5C86CBF7-69F7-7B44-ABCE-F80D6130EA7B}"/>
          </ac:spMkLst>
        </pc:spChg>
        <pc:spChg chg="mod">
          <ac:chgData name="William Estes" userId="a88fcdbc31b6f594" providerId="Windows Live" clId="Web-{78743B36-A8F2-45C2-8DC9-18B093944C90}" dt="2020-08-23T15:43:27.158" v="75" actId="20577"/>
          <ac:spMkLst>
            <pc:docMk/>
            <pc:sldMk cId="830997286" sldId="264"/>
            <ac:spMk id="3" creationId="{1095E837-F77E-AE4D-944C-919B5D780AAA}"/>
          </ac:spMkLst>
        </pc:spChg>
      </pc:sldChg>
      <pc:sldChg chg="addSp modSp">
        <pc:chgData name="William Estes" userId="a88fcdbc31b6f594" providerId="Windows Live" clId="Web-{78743B36-A8F2-45C2-8DC9-18B093944C90}" dt="2020-08-23T22:41:31.478" v="3228" actId="1076"/>
        <pc:sldMkLst>
          <pc:docMk/>
          <pc:sldMk cId="2341259573" sldId="265"/>
        </pc:sldMkLst>
        <pc:spChg chg="mod">
          <ac:chgData name="William Estes" userId="a88fcdbc31b6f594" providerId="Windows Live" clId="Web-{78743B36-A8F2-45C2-8DC9-18B093944C90}" dt="2020-08-23T22:33:41.514" v="2811" actId="20577"/>
          <ac:spMkLst>
            <pc:docMk/>
            <pc:sldMk cId="2341259573" sldId="265"/>
            <ac:spMk id="2" creationId="{089AB04D-874D-0245-A562-02212EE48CA7}"/>
          </ac:spMkLst>
        </pc:spChg>
        <pc:spChg chg="mod">
          <ac:chgData name="William Estes" userId="a88fcdbc31b6f594" providerId="Windows Live" clId="Web-{78743B36-A8F2-45C2-8DC9-18B093944C90}" dt="2020-08-23T22:38:08.794" v="3222" actId="20577"/>
          <ac:spMkLst>
            <pc:docMk/>
            <pc:sldMk cId="2341259573" sldId="265"/>
            <ac:spMk id="3" creationId="{3713A5A2-1019-0143-BC00-1B8B12D7C198}"/>
          </ac:spMkLst>
        </pc:spChg>
        <pc:picChg chg="add mod">
          <ac:chgData name="William Estes" userId="a88fcdbc31b6f594" providerId="Windows Live" clId="Web-{78743B36-A8F2-45C2-8DC9-18B093944C90}" dt="2020-08-23T22:41:31.478" v="3228" actId="1076"/>
          <ac:picMkLst>
            <pc:docMk/>
            <pc:sldMk cId="2341259573" sldId="265"/>
            <ac:picMk id="4" creationId="{E0ACEF81-4DA6-41B0-9CEC-C7594D73D889}"/>
          </ac:picMkLst>
        </pc:picChg>
      </pc:sldChg>
      <pc:sldChg chg="addSp modSp">
        <pc:chgData name="William Estes" userId="a88fcdbc31b6f594" providerId="Windows Live" clId="Web-{78743B36-A8F2-45C2-8DC9-18B093944C90}" dt="2020-08-23T23:01:20.805" v="4141" actId="20577"/>
        <pc:sldMkLst>
          <pc:docMk/>
          <pc:sldMk cId="1244393583" sldId="266"/>
        </pc:sldMkLst>
        <pc:spChg chg="mod">
          <ac:chgData name="William Estes" userId="a88fcdbc31b6f594" providerId="Windows Live" clId="Web-{78743B36-A8F2-45C2-8DC9-18B093944C90}" dt="2020-08-23T22:46:57.522" v="3561" actId="20577"/>
          <ac:spMkLst>
            <pc:docMk/>
            <pc:sldMk cId="1244393583" sldId="266"/>
            <ac:spMk id="2" creationId="{089AB04D-874D-0245-A562-02212EE48CA7}"/>
          </ac:spMkLst>
        </pc:spChg>
        <pc:spChg chg="mod">
          <ac:chgData name="William Estes" userId="a88fcdbc31b6f594" providerId="Windows Live" clId="Web-{78743B36-A8F2-45C2-8DC9-18B093944C90}" dt="2020-08-23T23:01:20.805" v="4141" actId="20577"/>
          <ac:spMkLst>
            <pc:docMk/>
            <pc:sldMk cId="1244393583" sldId="266"/>
            <ac:spMk id="3" creationId="{3713A5A2-1019-0143-BC00-1B8B12D7C198}"/>
          </ac:spMkLst>
        </pc:spChg>
        <pc:picChg chg="add mod">
          <ac:chgData name="William Estes" userId="a88fcdbc31b6f594" providerId="Windows Live" clId="Web-{78743B36-A8F2-45C2-8DC9-18B093944C90}" dt="2020-08-23T22:50:11.784" v="3761" actId="1076"/>
          <ac:picMkLst>
            <pc:docMk/>
            <pc:sldMk cId="1244393583" sldId="266"/>
            <ac:picMk id="4" creationId="{AC9A6746-5AD2-4677-98D0-BEC258B8AE22}"/>
          </ac:picMkLst>
        </pc:picChg>
        <pc:picChg chg="add mod">
          <ac:chgData name="William Estes" userId="a88fcdbc31b6f594" providerId="Windows Live" clId="Web-{78743B36-A8F2-45C2-8DC9-18B093944C90}" dt="2020-08-23T22:51:55.689" v="3764" actId="14100"/>
          <ac:picMkLst>
            <pc:docMk/>
            <pc:sldMk cId="1244393583" sldId="266"/>
            <ac:picMk id="5" creationId="{C4BD236A-ACF3-4D6E-B512-AAFF393A184A}"/>
          </ac:picMkLst>
        </pc:picChg>
      </pc:sldChg>
      <pc:sldChg chg="del">
        <pc:chgData name="William Estes" userId="a88fcdbc31b6f594" providerId="Windows Live" clId="Web-{78743B36-A8F2-45C2-8DC9-18B093944C90}" dt="2020-08-23T23:02:09.856" v="4154"/>
        <pc:sldMkLst>
          <pc:docMk/>
          <pc:sldMk cId="2840469782" sldId="267"/>
        </pc:sldMkLst>
      </pc:sldChg>
      <pc:sldChg chg="del">
        <pc:chgData name="William Estes" userId="a88fcdbc31b6f594" providerId="Windows Live" clId="Web-{78743B36-A8F2-45C2-8DC9-18B093944C90}" dt="2020-08-23T23:02:09.856" v="4153"/>
        <pc:sldMkLst>
          <pc:docMk/>
          <pc:sldMk cId="1622184776" sldId="268"/>
        </pc:sldMkLst>
      </pc:sldChg>
      <pc:sldChg chg="del">
        <pc:chgData name="William Estes" userId="a88fcdbc31b6f594" providerId="Windows Live" clId="Web-{78743B36-A8F2-45C2-8DC9-18B093944C90}" dt="2020-08-23T23:02:09.856" v="4152"/>
        <pc:sldMkLst>
          <pc:docMk/>
          <pc:sldMk cId="600822365" sldId="269"/>
        </pc:sldMkLst>
      </pc:sldChg>
      <pc:sldChg chg="del">
        <pc:chgData name="William Estes" userId="a88fcdbc31b6f594" providerId="Windows Live" clId="Web-{78743B36-A8F2-45C2-8DC9-18B093944C90}" dt="2020-08-23T23:02:09.856" v="4151"/>
        <pc:sldMkLst>
          <pc:docMk/>
          <pc:sldMk cId="4127551336" sldId="270"/>
        </pc:sldMkLst>
      </pc:sldChg>
      <pc:sldChg chg="del">
        <pc:chgData name="William Estes" userId="a88fcdbc31b6f594" providerId="Windows Live" clId="Web-{78743B36-A8F2-45C2-8DC9-18B093944C90}" dt="2020-08-23T23:02:09.856" v="4150"/>
        <pc:sldMkLst>
          <pc:docMk/>
          <pc:sldMk cId="3490158993" sldId="271"/>
        </pc:sldMkLst>
      </pc:sldChg>
      <pc:sldChg chg="del">
        <pc:chgData name="William Estes" userId="a88fcdbc31b6f594" providerId="Windows Live" clId="Web-{78743B36-A8F2-45C2-8DC9-18B093944C90}" dt="2020-08-23T23:02:09.856" v="4148"/>
        <pc:sldMkLst>
          <pc:docMk/>
          <pc:sldMk cId="1411778005" sldId="272"/>
        </pc:sldMkLst>
      </pc:sldChg>
      <pc:sldChg chg="del">
        <pc:chgData name="William Estes" userId="a88fcdbc31b6f594" providerId="Windows Live" clId="Web-{78743B36-A8F2-45C2-8DC9-18B093944C90}" dt="2020-08-23T23:02:09.856" v="4147"/>
        <pc:sldMkLst>
          <pc:docMk/>
          <pc:sldMk cId="845894980" sldId="273"/>
        </pc:sldMkLst>
      </pc:sldChg>
      <pc:sldChg chg="del">
        <pc:chgData name="William Estes" userId="a88fcdbc31b6f594" providerId="Windows Live" clId="Web-{78743B36-A8F2-45C2-8DC9-18B093944C90}" dt="2020-08-23T23:02:09.841" v="4145"/>
        <pc:sldMkLst>
          <pc:docMk/>
          <pc:sldMk cId="4145993382" sldId="274"/>
        </pc:sldMkLst>
      </pc:sldChg>
      <pc:sldChg chg="del">
        <pc:chgData name="William Estes" userId="a88fcdbc31b6f594" providerId="Windows Live" clId="Web-{78743B36-A8F2-45C2-8DC9-18B093944C90}" dt="2020-08-23T23:02:09.841" v="4144"/>
        <pc:sldMkLst>
          <pc:docMk/>
          <pc:sldMk cId="791420355" sldId="275"/>
        </pc:sldMkLst>
      </pc:sldChg>
      <pc:sldChg chg="addSp modSp">
        <pc:chgData name="William Estes" userId="a88fcdbc31b6f594" providerId="Windows Live" clId="Web-{78743B36-A8F2-45C2-8DC9-18B093944C90}" dt="2020-08-23T20:18:40.977" v="711" actId="20577"/>
        <pc:sldMkLst>
          <pc:docMk/>
          <pc:sldMk cId="3421889743" sldId="277"/>
        </pc:sldMkLst>
        <pc:spChg chg="mod">
          <ac:chgData name="William Estes" userId="a88fcdbc31b6f594" providerId="Windows Live" clId="Web-{78743B36-A8F2-45C2-8DC9-18B093944C90}" dt="2020-08-23T16:01:26.875" v="81" actId="1076"/>
          <ac:spMkLst>
            <pc:docMk/>
            <pc:sldMk cId="3421889743" sldId="277"/>
            <ac:spMk id="2" creationId="{BE79D0F1-31A8-934B-8486-B9D3C52E0A02}"/>
          </ac:spMkLst>
        </pc:spChg>
        <pc:spChg chg="add mod">
          <ac:chgData name="William Estes" userId="a88fcdbc31b6f594" providerId="Windows Live" clId="Web-{78743B36-A8F2-45C2-8DC9-18B093944C90}" dt="2020-08-23T20:18:40.977" v="711" actId="20577"/>
          <ac:spMkLst>
            <pc:docMk/>
            <pc:sldMk cId="3421889743" sldId="277"/>
            <ac:spMk id="4" creationId="{5C0E649D-E3FD-41FB-BA87-37C62725C740}"/>
          </ac:spMkLst>
        </pc:spChg>
      </pc:sldChg>
      <pc:sldChg chg="del">
        <pc:chgData name="William Estes" userId="a88fcdbc31b6f594" providerId="Windows Live" clId="Web-{78743B36-A8F2-45C2-8DC9-18B093944C90}" dt="2020-08-23T23:02:09.856" v="4149"/>
        <pc:sldMkLst>
          <pc:docMk/>
          <pc:sldMk cId="2649295826" sldId="278"/>
        </pc:sldMkLst>
      </pc:sldChg>
      <pc:sldChg chg="del">
        <pc:chgData name="William Estes" userId="a88fcdbc31b6f594" providerId="Windows Live" clId="Web-{78743B36-A8F2-45C2-8DC9-18B093944C90}" dt="2020-08-23T23:02:09.856" v="4146"/>
        <pc:sldMkLst>
          <pc:docMk/>
          <pc:sldMk cId="668866661" sldId="279"/>
        </pc:sldMkLst>
      </pc:sldChg>
      <pc:sldChg chg="modSp">
        <pc:chgData name="William Estes" userId="a88fcdbc31b6f594" providerId="Windows Live" clId="Web-{78743B36-A8F2-45C2-8DC9-18B093944C90}" dt="2020-08-23T23:02:18.388" v="4155" actId="20577"/>
        <pc:sldMkLst>
          <pc:docMk/>
          <pc:sldMk cId="496210837" sldId="280"/>
        </pc:sldMkLst>
        <pc:spChg chg="mod">
          <ac:chgData name="William Estes" userId="a88fcdbc31b6f594" providerId="Windows Live" clId="Web-{78743B36-A8F2-45C2-8DC9-18B093944C90}" dt="2020-08-23T23:02:18.388" v="4155" actId="20577"/>
          <ac:spMkLst>
            <pc:docMk/>
            <pc:sldMk cId="496210837" sldId="280"/>
            <ac:spMk id="3" creationId="{3713A5A2-1019-0143-BC00-1B8B12D7C198}"/>
          </ac:spMkLst>
        </pc:spChg>
      </pc:sldChg>
      <pc:sldChg chg="addSp delSp modSp add replId">
        <pc:chgData name="William Estes" userId="a88fcdbc31b6f594" providerId="Windows Live" clId="Web-{78743B36-A8F2-45C2-8DC9-18B093944C90}" dt="2020-08-23T22:33:18.874" v="2807" actId="20577"/>
        <pc:sldMkLst>
          <pc:docMk/>
          <pc:sldMk cId="1784549319" sldId="281"/>
        </pc:sldMkLst>
        <pc:spChg chg="mod">
          <ac:chgData name="William Estes" userId="a88fcdbc31b6f594" providerId="Windows Live" clId="Web-{78743B36-A8F2-45C2-8DC9-18B093944C90}" dt="2020-08-23T22:33:18.874" v="2807" actId="20577"/>
          <ac:spMkLst>
            <pc:docMk/>
            <pc:sldMk cId="1784549319" sldId="281"/>
            <ac:spMk id="6" creationId="{FDB60DBF-F433-4057-85ED-960E10BB18C1}"/>
          </ac:spMkLst>
        </pc:spChg>
        <pc:picChg chg="add del mod">
          <ac:chgData name="William Estes" userId="a88fcdbc31b6f594" providerId="Windows Live" clId="Web-{78743B36-A8F2-45C2-8DC9-18B093944C90}" dt="2020-08-23T22:32:44.749" v="2793"/>
          <ac:picMkLst>
            <pc:docMk/>
            <pc:sldMk cId="1784549319" sldId="281"/>
            <ac:picMk id="3" creationId="{D824C13C-2B1C-478A-88BA-27D10977A926}"/>
          </ac:picMkLst>
        </pc:picChg>
        <pc:picChg chg="add mod">
          <ac:chgData name="William Estes" userId="a88fcdbc31b6f594" providerId="Windows Live" clId="Web-{78743B36-A8F2-45C2-8DC9-18B093944C90}" dt="2020-08-23T22:32:53.062" v="2797" actId="1076"/>
          <ac:picMkLst>
            <pc:docMk/>
            <pc:sldMk cId="1784549319" sldId="281"/>
            <ac:picMk id="4" creationId="{6E648EE6-D4BA-4C03-9199-CD5E82CDC43C}"/>
          </ac:picMkLst>
        </pc:picChg>
      </pc:sldChg>
      <pc:sldChg chg="add del replId">
        <pc:chgData name="William Estes" userId="a88fcdbc31b6f594" providerId="Windows Live" clId="Web-{78743B36-A8F2-45C2-8DC9-18B093944C90}" dt="2020-08-23T16:01:02.109" v="79"/>
        <pc:sldMkLst>
          <pc:docMk/>
          <pc:sldMk cId="3593602839" sldId="281"/>
        </pc:sldMkLst>
      </pc:sldChg>
      <pc:sldChg chg="modSp add ord replId">
        <pc:chgData name="William Estes" userId="a88fcdbc31b6f594" providerId="Windows Live" clId="Web-{78743B36-A8F2-45C2-8DC9-18B093944C90}" dt="2020-08-23T22:46:26.257" v="3550" actId="20577"/>
        <pc:sldMkLst>
          <pc:docMk/>
          <pc:sldMk cId="2362235639" sldId="282"/>
        </pc:sldMkLst>
        <pc:spChg chg="mod">
          <ac:chgData name="William Estes" userId="a88fcdbc31b6f594" providerId="Windows Live" clId="Web-{78743B36-A8F2-45C2-8DC9-18B093944C90}" dt="2020-08-23T22:46:26.257" v="3550" actId="20577"/>
          <ac:spMkLst>
            <pc:docMk/>
            <pc:sldMk cId="2362235639" sldId="282"/>
            <ac:spMk id="4" creationId="{5C0E649D-E3FD-41FB-BA87-37C62725C740}"/>
          </ac:spMkLst>
        </pc:spChg>
      </pc:sldChg>
      <pc:sldChg chg="delSp modSp add replId">
        <pc:chgData name="William Estes" userId="a88fcdbc31b6f594" providerId="Windows Live" clId="Web-{78743B36-A8F2-45C2-8DC9-18B093944C90}" dt="2020-08-23T23:00:16.337" v="4138" actId="20577"/>
        <pc:sldMkLst>
          <pc:docMk/>
          <pc:sldMk cId="3068982192" sldId="283"/>
        </pc:sldMkLst>
        <pc:spChg chg="mod">
          <ac:chgData name="William Estes" userId="a88fcdbc31b6f594" providerId="Windows Live" clId="Web-{78743B36-A8F2-45C2-8DC9-18B093944C90}" dt="2020-08-23T23:00:16.337" v="4138" actId="20577"/>
          <ac:spMkLst>
            <pc:docMk/>
            <pc:sldMk cId="3068982192" sldId="283"/>
            <ac:spMk id="3" creationId="{3713A5A2-1019-0143-BC00-1B8B12D7C198}"/>
          </ac:spMkLst>
        </pc:spChg>
        <pc:picChg chg="del">
          <ac:chgData name="William Estes" userId="a88fcdbc31b6f594" providerId="Windows Live" clId="Web-{78743B36-A8F2-45C2-8DC9-18B093944C90}" dt="2020-08-23T22:56:49.809" v="3774"/>
          <ac:picMkLst>
            <pc:docMk/>
            <pc:sldMk cId="3068982192" sldId="283"/>
            <ac:picMk id="4" creationId="{AC9A6746-5AD2-4677-98D0-BEC258B8AE22}"/>
          </ac:picMkLst>
        </pc:picChg>
        <pc:picChg chg="del">
          <ac:chgData name="William Estes" userId="a88fcdbc31b6f594" providerId="Windows Live" clId="Web-{78743B36-A8F2-45C2-8DC9-18B093944C90}" dt="2020-08-23T22:56:48.387" v="3773"/>
          <ac:picMkLst>
            <pc:docMk/>
            <pc:sldMk cId="3068982192" sldId="283"/>
            <ac:picMk id="5" creationId="{C4BD236A-ACF3-4D6E-B512-AAFF393A184A}"/>
          </ac:picMkLst>
        </pc:picChg>
      </pc:sldChg>
    </pc:docChg>
  </pc:docChgLst>
  <pc:docChgLst>
    <pc:chgData name="William Estes" userId="a88fcdbc31b6f594" providerId="Windows Live" clId="Web-{031C1E02-F537-4B69-F31C-E9378A6E06AC}"/>
    <pc:docChg chg="addSld delSld modSld sldOrd">
      <pc:chgData name="William Estes" userId="a88fcdbc31b6f594" providerId="Windows Live" clId="Web-{031C1E02-F537-4B69-F31C-E9378A6E06AC}" dt="2020-09-07T21:30:14.537" v="1351" actId="20577"/>
      <pc:docMkLst>
        <pc:docMk/>
      </pc:docMkLst>
      <pc:sldChg chg="addSp delSp modSp">
        <pc:chgData name="William Estes" userId="a88fcdbc31b6f594" providerId="Windows Live" clId="Web-{031C1E02-F537-4B69-F31C-E9378A6E06AC}" dt="2020-09-07T21:23:14.007" v="781" actId="20577"/>
        <pc:sldMkLst>
          <pc:docMk/>
          <pc:sldMk cId="2117440973" sldId="309"/>
        </pc:sldMkLst>
        <pc:spChg chg="mod">
          <ac:chgData name="William Estes" userId="a88fcdbc31b6f594" providerId="Windows Live" clId="Web-{031C1E02-F537-4B69-F31C-E9378A6E06AC}" dt="2020-09-07T21:23:14.007" v="781" actId="20577"/>
          <ac:spMkLst>
            <pc:docMk/>
            <pc:sldMk cId="2117440973" sldId="309"/>
            <ac:spMk id="3" creationId="{3713A5A2-1019-0143-BC00-1B8B12D7C198}"/>
          </ac:spMkLst>
        </pc:spChg>
        <pc:picChg chg="add del mod">
          <ac:chgData name="William Estes" userId="a88fcdbc31b6f594" providerId="Windows Live" clId="Web-{031C1E02-F537-4B69-F31C-E9378A6E06AC}" dt="2020-09-07T21:20:00.164" v="765"/>
          <ac:picMkLst>
            <pc:docMk/>
            <pc:sldMk cId="2117440973" sldId="309"/>
            <ac:picMk id="4" creationId="{4EE4A1E1-9F40-40B9-BE46-A40DEE1C7756}"/>
          </ac:picMkLst>
        </pc:picChg>
        <pc:picChg chg="add del mod">
          <ac:chgData name="William Estes" userId="a88fcdbc31b6f594" providerId="Windows Live" clId="Web-{031C1E02-F537-4B69-F31C-E9378A6E06AC}" dt="2020-09-07T21:20:01.289" v="766"/>
          <ac:picMkLst>
            <pc:docMk/>
            <pc:sldMk cId="2117440973" sldId="309"/>
            <ac:picMk id="5" creationId="{CC33AD93-8584-4C73-ACD1-137E417FEDC1}"/>
          </ac:picMkLst>
        </pc:picChg>
      </pc:sldChg>
      <pc:sldChg chg="new del">
        <pc:chgData name="William Estes" userId="a88fcdbc31b6f594" providerId="Windows Live" clId="Web-{031C1E02-F537-4B69-F31C-E9378A6E06AC}" dt="2020-09-07T20:22:59.328" v="51"/>
        <pc:sldMkLst>
          <pc:docMk/>
          <pc:sldMk cId="3081972389" sldId="310"/>
        </pc:sldMkLst>
      </pc:sldChg>
      <pc:sldChg chg="addSp delSp modSp add replId">
        <pc:chgData name="William Estes" userId="a88fcdbc31b6f594" providerId="Windows Live" clId="Web-{031C1E02-F537-4B69-F31C-E9378A6E06AC}" dt="2020-09-07T20:54:26.215" v="684" actId="1076"/>
        <pc:sldMkLst>
          <pc:docMk/>
          <pc:sldMk cId="3606642476" sldId="310"/>
        </pc:sldMkLst>
        <pc:spChg chg="mod">
          <ac:chgData name="William Estes" userId="a88fcdbc31b6f594" providerId="Windows Live" clId="Web-{031C1E02-F537-4B69-F31C-E9378A6E06AC}" dt="2020-09-07T20:54:14.153" v="677" actId="20577"/>
          <ac:spMkLst>
            <pc:docMk/>
            <pc:sldMk cId="3606642476" sldId="310"/>
            <ac:spMk id="3" creationId="{3713A5A2-1019-0143-BC00-1B8B12D7C198}"/>
          </ac:spMkLst>
        </pc:spChg>
        <pc:picChg chg="add del mod">
          <ac:chgData name="William Estes" userId="a88fcdbc31b6f594" providerId="Windows Live" clId="Web-{031C1E02-F537-4B69-F31C-E9378A6E06AC}" dt="2020-09-07T20:31:21.173" v="243"/>
          <ac:picMkLst>
            <pc:docMk/>
            <pc:sldMk cId="3606642476" sldId="310"/>
            <ac:picMk id="4" creationId="{C2A73B43-63A2-4348-8210-E243D932F19A}"/>
          </ac:picMkLst>
        </pc:picChg>
        <pc:picChg chg="add del mod">
          <ac:chgData name="William Estes" userId="a88fcdbc31b6f594" providerId="Windows Live" clId="Web-{031C1E02-F537-4B69-F31C-E9378A6E06AC}" dt="2020-09-07T20:31:22.188" v="244"/>
          <ac:picMkLst>
            <pc:docMk/>
            <pc:sldMk cId="3606642476" sldId="310"/>
            <ac:picMk id="5" creationId="{98C6B8A0-0890-43EE-AFC9-F0CA42B6C48F}"/>
          </ac:picMkLst>
        </pc:picChg>
        <pc:picChg chg="add mod">
          <ac:chgData name="William Estes" userId="a88fcdbc31b6f594" providerId="Windows Live" clId="Web-{031C1E02-F537-4B69-F31C-E9378A6E06AC}" dt="2020-09-07T20:54:26.215" v="684" actId="1076"/>
          <ac:picMkLst>
            <pc:docMk/>
            <pc:sldMk cId="3606642476" sldId="310"/>
            <ac:picMk id="6" creationId="{2EE93A3D-157E-4114-9622-C81895DD233E}"/>
          </ac:picMkLst>
        </pc:picChg>
      </pc:sldChg>
      <pc:sldChg chg="addSp modSp add ord replId">
        <pc:chgData name="William Estes" userId="a88fcdbc31b6f594" providerId="Windows Live" clId="Web-{031C1E02-F537-4B69-F31C-E9378A6E06AC}" dt="2020-09-07T21:15:42.352" v="749" actId="14100"/>
        <pc:sldMkLst>
          <pc:docMk/>
          <pc:sldMk cId="1624642261" sldId="311"/>
        </pc:sldMkLst>
        <pc:spChg chg="mod">
          <ac:chgData name="William Estes" userId="a88fcdbc31b6f594" providerId="Windows Live" clId="Web-{031C1E02-F537-4B69-F31C-E9378A6E06AC}" dt="2020-09-07T21:14:12.071" v="742" actId="20577"/>
          <ac:spMkLst>
            <pc:docMk/>
            <pc:sldMk cId="1624642261" sldId="311"/>
            <ac:spMk id="3" creationId="{3713A5A2-1019-0143-BC00-1B8B12D7C198}"/>
          </ac:spMkLst>
        </pc:spChg>
        <pc:picChg chg="mod">
          <ac:chgData name="William Estes" userId="a88fcdbc31b6f594" providerId="Windows Live" clId="Web-{031C1E02-F537-4B69-F31C-E9378A6E06AC}" dt="2020-09-07T21:14:16.227" v="745" actId="1076"/>
          <ac:picMkLst>
            <pc:docMk/>
            <pc:sldMk cId="1624642261" sldId="311"/>
            <ac:picMk id="4" creationId="{C2A73B43-63A2-4348-8210-E243D932F19A}"/>
          </ac:picMkLst>
        </pc:picChg>
        <pc:picChg chg="mod">
          <ac:chgData name="William Estes" userId="a88fcdbc31b6f594" providerId="Windows Live" clId="Web-{031C1E02-F537-4B69-F31C-E9378A6E06AC}" dt="2020-09-07T21:14:18.399" v="746" actId="1076"/>
          <ac:picMkLst>
            <pc:docMk/>
            <pc:sldMk cId="1624642261" sldId="311"/>
            <ac:picMk id="5" creationId="{98C6B8A0-0890-43EE-AFC9-F0CA42B6C48F}"/>
          </ac:picMkLst>
        </pc:picChg>
        <pc:picChg chg="add mod">
          <ac:chgData name="William Estes" userId="a88fcdbc31b6f594" providerId="Windows Live" clId="Web-{031C1E02-F537-4B69-F31C-E9378A6E06AC}" dt="2020-09-07T21:15:42.352" v="749" actId="14100"/>
          <ac:picMkLst>
            <pc:docMk/>
            <pc:sldMk cId="1624642261" sldId="311"/>
            <ac:picMk id="6" creationId="{4F0D4502-44B3-44A8-AED0-897726E24FA0}"/>
          </ac:picMkLst>
        </pc:picChg>
      </pc:sldChg>
      <pc:sldChg chg="addSp delSp modSp add ord replId">
        <pc:chgData name="William Estes" userId="a88fcdbc31b6f594" providerId="Windows Live" clId="Web-{031C1E02-F537-4B69-F31C-E9378A6E06AC}" dt="2020-09-07T21:03:13.917" v="697"/>
        <pc:sldMkLst>
          <pc:docMk/>
          <pc:sldMk cId="2603811181" sldId="312"/>
        </pc:sldMkLst>
        <pc:spChg chg="mod">
          <ac:chgData name="William Estes" userId="a88fcdbc31b6f594" providerId="Windows Live" clId="Web-{031C1E02-F537-4B69-F31C-E9378A6E06AC}" dt="2020-09-07T21:00:49.558" v="691" actId="20577"/>
          <ac:spMkLst>
            <pc:docMk/>
            <pc:sldMk cId="2603811181" sldId="312"/>
            <ac:spMk id="3" creationId="{3713A5A2-1019-0143-BC00-1B8B12D7C198}"/>
          </ac:spMkLst>
        </pc:spChg>
        <pc:picChg chg="add mod">
          <ac:chgData name="William Estes" userId="a88fcdbc31b6f594" providerId="Windows Live" clId="Web-{031C1E02-F537-4B69-F31C-E9378A6E06AC}" dt="2020-09-07T21:02:56.792" v="696" actId="14100"/>
          <ac:picMkLst>
            <pc:docMk/>
            <pc:sldMk cId="2603811181" sldId="312"/>
            <ac:picMk id="4" creationId="{C51B3A44-51BC-4E57-B893-22C0D87B7F4F}"/>
          </ac:picMkLst>
        </pc:picChg>
        <pc:picChg chg="del">
          <ac:chgData name="William Estes" userId="a88fcdbc31b6f594" providerId="Windows Live" clId="Web-{031C1E02-F537-4B69-F31C-E9378A6E06AC}" dt="2020-09-07T21:00:41.386" v="688"/>
          <ac:picMkLst>
            <pc:docMk/>
            <pc:sldMk cId="2603811181" sldId="312"/>
            <ac:picMk id="6" creationId="{2EE93A3D-157E-4114-9622-C81895DD233E}"/>
          </ac:picMkLst>
        </pc:picChg>
      </pc:sldChg>
      <pc:sldChg chg="delSp modSp add replId">
        <pc:chgData name="William Estes" userId="a88fcdbc31b6f594" providerId="Windows Live" clId="Web-{031C1E02-F537-4B69-F31C-E9378A6E06AC}" dt="2020-09-07T21:20:45.507" v="780" actId="1076"/>
        <pc:sldMkLst>
          <pc:docMk/>
          <pc:sldMk cId="2451915283" sldId="313"/>
        </pc:sldMkLst>
        <pc:spChg chg="del mod">
          <ac:chgData name="William Estes" userId="a88fcdbc31b6f594" providerId="Windows Live" clId="Web-{031C1E02-F537-4B69-F31C-E9378A6E06AC}" dt="2020-09-07T21:20:42.757" v="779"/>
          <ac:spMkLst>
            <pc:docMk/>
            <pc:sldMk cId="2451915283" sldId="313"/>
            <ac:spMk id="3" creationId="{3713A5A2-1019-0143-BC00-1B8B12D7C198}"/>
          </ac:spMkLst>
        </pc:spChg>
        <pc:picChg chg="mod">
          <ac:chgData name="William Estes" userId="a88fcdbc31b6f594" providerId="Windows Live" clId="Web-{031C1E02-F537-4B69-F31C-E9378A6E06AC}" dt="2020-09-07T21:20:45.507" v="780" actId="1076"/>
          <ac:picMkLst>
            <pc:docMk/>
            <pc:sldMk cId="2451915283" sldId="313"/>
            <ac:picMk id="4" creationId="{4EE4A1E1-9F40-40B9-BE46-A40DEE1C7756}"/>
          </ac:picMkLst>
        </pc:picChg>
        <pc:picChg chg="mod">
          <ac:chgData name="William Estes" userId="a88fcdbc31b6f594" providerId="Windows Live" clId="Web-{031C1E02-F537-4B69-F31C-E9378A6E06AC}" dt="2020-09-07T21:20:38.679" v="778" actId="1076"/>
          <ac:picMkLst>
            <pc:docMk/>
            <pc:sldMk cId="2451915283" sldId="313"/>
            <ac:picMk id="5" creationId="{CC33AD93-8584-4C73-ACD1-137E417FEDC1}"/>
          </ac:picMkLst>
        </pc:picChg>
      </pc:sldChg>
      <pc:sldChg chg="delSp modSp add del replId">
        <pc:chgData name="William Estes" userId="a88fcdbc31b6f594" providerId="Windows Live" clId="Web-{031C1E02-F537-4B69-F31C-E9378A6E06AC}" dt="2020-09-07T21:26:50.896" v="845"/>
        <pc:sldMkLst>
          <pc:docMk/>
          <pc:sldMk cId="1190448600" sldId="314"/>
        </pc:sldMkLst>
        <pc:spChg chg="mod">
          <ac:chgData name="William Estes" userId="a88fcdbc31b6f594" providerId="Windows Live" clId="Web-{031C1E02-F537-4B69-F31C-E9378A6E06AC}" dt="2020-09-07T21:24:54.459" v="842" actId="20577"/>
          <ac:spMkLst>
            <pc:docMk/>
            <pc:sldMk cId="1190448600" sldId="314"/>
            <ac:spMk id="3" creationId="{3713A5A2-1019-0143-BC00-1B8B12D7C198}"/>
          </ac:spMkLst>
        </pc:spChg>
        <pc:picChg chg="del">
          <ac:chgData name="William Estes" userId="a88fcdbc31b6f594" providerId="Windows Live" clId="Web-{031C1E02-F537-4B69-F31C-E9378A6E06AC}" dt="2020-09-07T21:24:38.100" v="823"/>
          <ac:picMkLst>
            <pc:docMk/>
            <pc:sldMk cId="1190448600" sldId="314"/>
            <ac:picMk id="4" creationId="{C2A73B43-63A2-4348-8210-E243D932F19A}"/>
          </ac:picMkLst>
        </pc:picChg>
        <pc:picChg chg="del">
          <ac:chgData name="William Estes" userId="a88fcdbc31b6f594" providerId="Windows Live" clId="Web-{031C1E02-F537-4B69-F31C-E9378A6E06AC}" dt="2020-09-07T21:24:39.147" v="824"/>
          <ac:picMkLst>
            <pc:docMk/>
            <pc:sldMk cId="1190448600" sldId="314"/>
            <ac:picMk id="5" creationId="{98C6B8A0-0890-43EE-AFC9-F0CA42B6C48F}"/>
          </ac:picMkLst>
        </pc:picChg>
        <pc:picChg chg="del">
          <ac:chgData name="William Estes" userId="a88fcdbc31b6f594" providerId="Windows Live" clId="Web-{031C1E02-F537-4B69-F31C-E9378A6E06AC}" dt="2020-09-07T21:24:40.194" v="825"/>
          <ac:picMkLst>
            <pc:docMk/>
            <pc:sldMk cId="1190448600" sldId="314"/>
            <ac:picMk id="6" creationId="{4F0D4502-44B3-44A8-AED0-897726E24FA0}"/>
          </ac:picMkLst>
        </pc:picChg>
      </pc:sldChg>
      <pc:sldChg chg="modSp add ord replId">
        <pc:chgData name="William Estes" userId="a88fcdbc31b6f594" providerId="Windows Live" clId="Web-{031C1E02-F537-4B69-F31C-E9378A6E06AC}" dt="2020-09-07T21:30:13.053" v="1348" actId="20577"/>
        <pc:sldMkLst>
          <pc:docMk/>
          <pc:sldMk cId="4059676631" sldId="314"/>
        </pc:sldMkLst>
        <pc:spChg chg="mod">
          <ac:chgData name="William Estes" userId="a88fcdbc31b6f594" providerId="Windows Live" clId="Web-{031C1E02-F537-4B69-F31C-E9378A6E06AC}" dt="2020-09-07T21:30:13.053" v="1348" actId="20577"/>
          <ac:spMkLst>
            <pc:docMk/>
            <pc:sldMk cId="4059676631" sldId="314"/>
            <ac:spMk id="4" creationId="{5C0E649D-E3FD-41FB-BA87-37C62725C740}"/>
          </ac:spMkLst>
        </pc:spChg>
      </pc:sldChg>
    </pc:docChg>
  </pc:docChgLst>
  <pc:docChgLst>
    <pc:chgData name="William Estes" userId="a88fcdbc31b6f594" providerId="Windows Live" clId="Web-{7787D62D-49AE-4D2D-B90A-2B4FEEB98020}"/>
    <pc:docChg chg="modSld">
      <pc:chgData name="William Estes" userId="a88fcdbc31b6f594" providerId="Windows Live" clId="Web-{7787D62D-49AE-4D2D-B90A-2B4FEEB98020}" dt="2020-09-02T20:47:25.883" v="45" actId="1076"/>
      <pc:docMkLst>
        <pc:docMk/>
      </pc:docMkLst>
      <pc:sldChg chg="modSp">
        <pc:chgData name="William Estes" userId="a88fcdbc31b6f594" providerId="Windows Live" clId="Web-{7787D62D-49AE-4D2D-B90A-2B4FEEB98020}" dt="2020-09-02T20:41:44.736" v="0" actId="1076"/>
        <pc:sldMkLst>
          <pc:docMk/>
          <pc:sldMk cId="3007801671" sldId="291"/>
        </pc:sldMkLst>
        <pc:spChg chg="mod">
          <ac:chgData name="William Estes" userId="a88fcdbc31b6f594" providerId="Windows Live" clId="Web-{7787D62D-49AE-4D2D-B90A-2B4FEEB98020}" dt="2020-09-02T20:41:44.736" v="0" actId="1076"/>
          <ac:spMkLst>
            <pc:docMk/>
            <pc:sldMk cId="3007801671" sldId="291"/>
            <ac:spMk id="12" creationId="{CF97C5AB-99C6-437C-B2DB-5A3F7C1729C7}"/>
          </ac:spMkLst>
        </pc:spChg>
      </pc:sldChg>
      <pc:sldChg chg="addSp delSp modSp">
        <pc:chgData name="William Estes" userId="a88fcdbc31b6f594" providerId="Windows Live" clId="Web-{7787D62D-49AE-4D2D-B90A-2B4FEEB98020}" dt="2020-09-02T20:47:25.883" v="45" actId="1076"/>
        <pc:sldMkLst>
          <pc:docMk/>
          <pc:sldMk cId="1031257587" sldId="292"/>
        </pc:sldMkLst>
        <pc:spChg chg="add del mod">
          <ac:chgData name="William Estes" userId="a88fcdbc31b6f594" providerId="Windows Live" clId="Web-{7787D62D-49AE-4D2D-B90A-2B4FEEB98020}" dt="2020-09-02T20:47:25.883" v="45" actId="1076"/>
          <ac:spMkLst>
            <pc:docMk/>
            <pc:sldMk cId="1031257587" sldId="292"/>
            <ac:spMk id="7" creationId="{81FEAAF1-55EF-429A-832F-657DD1B08A00}"/>
          </ac:spMkLst>
        </pc:spChg>
        <pc:spChg chg="add del mod">
          <ac:chgData name="William Estes" userId="a88fcdbc31b6f594" providerId="Windows Live" clId="Web-{7787D62D-49AE-4D2D-B90A-2B4FEEB98020}" dt="2020-09-02T20:47:23.540" v="44" actId="1076"/>
          <ac:spMkLst>
            <pc:docMk/>
            <pc:sldMk cId="1031257587" sldId="292"/>
            <ac:spMk id="10" creationId="{A6C69913-6E66-4EF9-912E-4787D37F112A}"/>
          </ac:spMkLst>
        </pc:spChg>
        <pc:spChg chg="add del mod">
          <ac:chgData name="William Estes" userId="a88fcdbc31b6f594" providerId="Windows Live" clId="Web-{7787D62D-49AE-4D2D-B90A-2B4FEEB98020}" dt="2020-09-02T20:47:22.883" v="43" actId="1076"/>
          <ac:spMkLst>
            <pc:docMk/>
            <pc:sldMk cId="1031257587" sldId="292"/>
            <ac:spMk id="13" creationId="{FA79162F-1F9C-4BB6-9C39-96C8B58E86C3}"/>
          </ac:spMkLst>
        </pc:spChg>
        <pc:spChg chg="add del mod">
          <ac:chgData name="William Estes" userId="a88fcdbc31b6f594" providerId="Windows Live" clId="Web-{7787D62D-49AE-4D2D-B90A-2B4FEEB98020}" dt="2020-09-02T20:47:22.211" v="42" actId="1076"/>
          <ac:spMkLst>
            <pc:docMk/>
            <pc:sldMk cId="1031257587" sldId="292"/>
            <ac:spMk id="14" creationId="{BC68A978-56D8-4B49-B046-44ACD0A585A4}"/>
          </ac:spMkLst>
        </pc:spChg>
        <pc:spChg chg="add del mod">
          <ac:chgData name="William Estes" userId="a88fcdbc31b6f594" providerId="Windows Live" clId="Web-{7787D62D-49AE-4D2D-B90A-2B4FEEB98020}" dt="2020-09-02T20:47:19.711" v="41" actId="1076"/>
          <ac:spMkLst>
            <pc:docMk/>
            <pc:sldMk cId="1031257587" sldId="292"/>
            <ac:spMk id="15" creationId="{7F19F82B-0D64-4D93-8D94-101BBFB46765}"/>
          </ac:spMkLst>
        </pc:spChg>
        <pc:spChg chg="add del mod">
          <ac:chgData name="William Estes" userId="a88fcdbc31b6f594" providerId="Windows Live" clId="Web-{7787D62D-49AE-4D2D-B90A-2B4FEEB98020}" dt="2020-09-02T20:47:18.664" v="40" actId="1076"/>
          <ac:spMkLst>
            <pc:docMk/>
            <pc:sldMk cId="1031257587" sldId="292"/>
            <ac:spMk id="16" creationId="{2CD967FC-6B82-4F09-938B-F9E74AB74DB5}"/>
          </ac:spMkLst>
        </pc:spChg>
      </pc:sldChg>
      <pc:sldChg chg="modSp">
        <pc:chgData name="William Estes" userId="a88fcdbc31b6f594" providerId="Windows Live" clId="Web-{7787D62D-49AE-4D2D-B90A-2B4FEEB98020}" dt="2020-09-02T20:43:32.696" v="31" actId="20577"/>
        <pc:sldMkLst>
          <pc:docMk/>
          <pc:sldMk cId="1361839843" sldId="293"/>
        </pc:sldMkLst>
        <pc:spChg chg="mod">
          <ac:chgData name="William Estes" userId="a88fcdbc31b6f594" providerId="Windows Live" clId="Web-{7787D62D-49AE-4D2D-B90A-2B4FEEB98020}" dt="2020-09-02T20:43:32.696" v="31" actId="20577"/>
          <ac:spMkLst>
            <pc:docMk/>
            <pc:sldMk cId="1361839843" sldId="293"/>
            <ac:spMk id="3" creationId="{1095E837-F77E-AE4D-944C-919B5D780AAA}"/>
          </ac:spMkLst>
        </pc:spChg>
      </pc:sldChg>
    </pc:docChg>
  </pc:docChgLst>
  <pc:docChgLst>
    <pc:chgData name="William Estes" userId="a88fcdbc31b6f594" providerId="Windows Live" clId="Web-{194EDA58-D1DB-4F51-825A-59A1569DB29B}"/>
    <pc:docChg chg="addSld modSld">
      <pc:chgData name="William Estes" userId="a88fcdbc31b6f594" providerId="Windows Live" clId="Web-{194EDA58-D1DB-4F51-825A-59A1569DB29B}" dt="2020-09-27T16:55:57.983" v="227" actId="14100"/>
      <pc:docMkLst>
        <pc:docMk/>
      </pc:docMkLst>
      <pc:sldChg chg="modSp">
        <pc:chgData name="William Estes" userId="a88fcdbc31b6f594" providerId="Windows Live" clId="Web-{194EDA58-D1DB-4F51-825A-59A1569DB29B}" dt="2020-09-27T16:22:17.757" v="16" actId="20577"/>
        <pc:sldMkLst>
          <pc:docMk/>
          <pc:sldMk cId="2930964686" sldId="310"/>
        </pc:sldMkLst>
        <pc:spChg chg="mod">
          <ac:chgData name="William Estes" userId="a88fcdbc31b6f594" providerId="Windows Live" clId="Web-{194EDA58-D1DB-4F51-825A-59A1569DB29B}" dt="2020-09-27T16:22:17.757" v="16" actId="20577"/>
          <ac:spMkLst>
            <pc:docMk/>
            <pc:sldMk cId="2930964686" sldId="310"/>
            <ac:spMk id="3" creationId="{1095E837-F77E-AE4D-944C-919B5D780AAA}"/>
          </ac:spMkLst>
        </pc:spChg>
      </pc:sldChg>
      <pc:sldChg chg="modSp">
        <pc:chgData name="William Estes" userId="a88fcdbc31b6f594" providerId="Windows Live" clId="Web-{194EDA58-D1DB-4F51-825A-59A1569DB29B}" dt="2020-09-27T16:23:15.553" v="31" actId="20577"/>
        <pc:sldMkLst>
          <pc:docMk/>
          <pc:sldMk cId="583861919" sldId="313"/>
        </pc:sldMkLst>
        <pc:spChg chg="mod">
          <ac:chgData name="William Estes" userId="a88fcdbc31b6f594" providerId="Windows Live" clId="Web-{194EDA58-D1DB-4F51-825A-59A1569DB29B}" dt="2020-09-27T16:23:15.553" v="31" actId="20577"/>
          <ac:spMkLst>
            <pc:docMk/>
            <pc:sldMk cId="583861919" sldId="313"/>
            <ac:spMk id="4" creationId="{5C0E649D-E3FD-41FB-BA87-37C62725C740}"/>
          </ac:spMkLst>
        </pc:spChg>
      </pc:sldChg>
      <pc:sldChg chg="modSp">
        <pc:chgData name="William Estes" userId="a88fcdbc31b6f594" providerId="Windows Live" clId="Web-{194EDA58-D1DB-4F51-825A-59A1569DB29B}" dt="2020-09-27T16:55:57.983" v="227" actId="14100"/>
        <pc:sldMkLst>
          <pc:docMk/>
          <pc:sldMk cId="1278990369" sldId="315"/>
        </pc:sldMkLst>
        <pc:picChg chg="mod">
          <ac:chgData name="William Estes" userId="a88fcdbc31b6f594" providerId="Windows Live" clId="Web-{194EDA58-D1DB-4F51-825A-59A1569DB29B}" dt="2020-09-27T16:55:55.123" v="226" actId="1076"/>
          <ac:picMkLst>
            <pc:docMk/>
            <pc:sldMk cId="1278990369" sldId="315"/>
            <ac:picMk id="3" creationId="{7DEA0FC3-ED03-429E-BCBE-C5503908B62A}"/>
          </ac:picMkLst>
        </pc:picChg>
        <pc:picChg chg="mod">
          <ac:chgData name="William Estes" userId="a88fcdbc31b6f594" providerId="Windows Live" clId="Web-{194EDA58-D1DB-4F51-825A-59A1569DB29B}" dt="2020-09-27T16:55:57.983" v="227" actId="14100"/>
          <ac:picMkLst>
            <pc:docMk/>
            <pc:sldMk cId="1278990369" sldId="315"/>
            <ac:picMk id="5" creationId="{2F2B6376-7EFD-44DE-BB04-7CC460338BD9}"/>
          </ac:picMkLst>
        </pc:picChg>
      </pc:sldChg>
      <pc:sldChg chg="addSp delSp modSp add replId">
        <pc:chgData name="William Estes" userId="a88fcdbc31b6f594" providerId="Windows Live" clId="Web-{194EDA58-D1DB-4F51-825A-59A1569DB29B}" dt="2020-09-27T16:54:09.312" v="223" actId="1076"/>
        <pc:sldMkLst>
          <pc:docMk/>
          <pc:sldMk cId="2661562210" sldId="321"/>
        </pc:sldMkLst>
        <pc:spChg chg="mod">
          <ac:chgData name="William Estes" userId="a88fcdbc31b6f594" providerId="Windows Live" clId="Web-{194EDA58-D1DB-4F51-825A-59A1569DB29B}" dt="2020-09-27T16:54:06.327" v="221" actId="20577"/>
          <ac:spMkLst>
            <pc:docMk/>
            <pc:sldMk cId="2661562210" sldId="321"/>
            <ac:spMk id="4" creationId="{5C0E649D-E3FD-41FB-BA87-37C62725C740}"/>
          </ac:spMkLst>
        </pc:spChg>
        <pc:picChg chg="del">
          <ac:chgData name="William Estes" userId="a88fcdbc31b6f594" providerId="Windows Live" clId="Web-{194EDA58-D1DB-4F51-825A-59A1569DB29B}" dt="2020-09-27T16:49:46.391" v="34"/>
          <ac:picMkLst>
            <pc:docMk/>
            <pc:sldMk cId="2661562210" sldId="321"/>
            <ac:picMk id="3" creationId="{7DEA0FC3-ED03-429E-BCBE-C5503908B62A}"/>
          </ac:picMkLst>
        </pc:picChg>
        <pc:picChg chg="del">
          <ac:chgData name="William Estes" userId="a88fcdbc31b6f594" providerId="Windows Live" clId="Web-{194EDA58-D1DB-4F51-825A-59A1569DB29B}" dt="2020-09-27T16:49:47.594" v="35"/>
          <ac:picMkLst>
            <pc:docMk/>
            <pc:sldMk cId="2661562210" sldId="321"/>
            <ac:picMk id="5" creationId="{2F2B6376-7EFD-44DE-BB04-7CC460338BD9}"/>
          </ac:picMkLst>
        </pc:picChg>
        <pc:picChg chg="add mod">
          <ac:chgData name="William Estes" userId="a88fcdbc31b6f594" providerId="Windows Live" clId="Web-{194EDA58-D1DB-4F51-825A-59A1569DB29B}" dt="2020-09-27T16:54:09.312" v="223" actId="1076"/>
          <ac:picMkLst>
            <pc:docMk/>
            <pc:sldMk cId="2661562210" sldId="321"/>
            <ac:picMk id="6" creationId="{CE6C7733-F4CB-4C09-8732-09F401EDB3AE}"/>
          </ac:picMkLst>
        </pc:picChg>
      </pc:sldChg>
    </pc:docChg>
  </pc:docChgLst>
  <pc:docChgLst>
    <pc:chgData name="William Estes" userId="a88fcdbc31b6f594" providerId="Windows Live" clId="Web-{48EFDAB6-D1E4-45B6-BA38-B25BA927160E}"/>
    <pc:docChg chg="addSld delSld modSld sldOrd">
      <pc:chgData name="William Estes" userId="a88fcdbc31b6f594" providerId="Windows Live" clId="Web-{48EFDAB6-D1E4-45B6-BA38-B25BA927160E}" dt="2020-09-17T02:12:25.512" v="1617" actId="20577"/>
      <pc:docMkLst>
        <pc:docMk/>
      </pc:docMkLst>
      <pc:sldChg chg="modSp">
        <pc:chgData name="William Estes" userId="a88fcdbc31b6f594" providerId="Windows Live" clId="Web-{48EFDAB6-D1E4-45B6-BA38-B25BA927160E}" dt="2020-09-17T01:20:59.396" v="27" actId="20577"/>
        <pc:sldMkLst>
          <pc:docMk/>
          <pc:sldMk cId="830997286" sldId="264"/>
        </pc:sldMkLst>
        <pc:spChg chg="mod">
          <ac:chgData name="William Estes" userId="a88fcdbc31b6f594" providerId="Windows Live" clId="Web-{48EFDAB6-D1E4-45B6-BA38-B25BA927160E}" dt="2020-09-17T01:20:59.396" v="27" actId="20577"/>
          <ac:spMkLst>
            <pc:docMk/>
            <pc:sldMk cId="830997286" sldId="264"/>
            <ac:spMk id="3" creationId="{1095E837-F77E-AE4D-944C-919B5D780AAA}"/>
          </ac:spMkLst>
        </pc:spChg>
      </pc:sldChg>
      <pc:sldChg chg="modSp">
        <pc:chgData name="William Estes" userId="a88fcdbc31b6f594" providerId="Windows Live" clId="Web-{48EFDAB6-D1E4-45B6-BA38-B25BA927160E}" dt="2020-09-17T01:24:36.522" v="40" actId="20577"/>
        <pc:sldMkLst>
          <pc:docMk/>
          <pc:sldMk cId="1361839843" sldId="293"/>
        </pc:sldMkLst>
        <pc:spChg chg="mod">
          <ac:chgData name="William Estes" userId="a88fcdbc31b6f594" providerId="Windows Live" clId="Web-{48EFDAB6-D1E4-45B6-BA38-B25BA927160E}" dt="2020-09-17T01:24:32.350" v="35" actId="20577"/>
          <ac:spMkLst>
            <pc:docMk/>
            <pc:sldMk cId="1361839843" sldId="293"/>
            <ac:spMk id="2" creationId="{5C86CBF7-69F7-7B44-ABCE-F80D6130EA7B}"/>
          </ac:spMkLst>
        </pc:spChg>
        <pc:spChg chg="mod">
          <ac:chgData name="William Estes" userId="a88fcdbc31b6f594" providerId="Windows Live" clId="Web-{48EFDAB6-D1E4-45B6-BA38-B25BA927160E}" dt="2020-09-17T01:24:36.522" v="40" actId="20577"/>
          <ac:spMkLst>
            <pc:docMk/>
            <pc:sldMk cId="1361839843" sldId="293"/>
            <ac:spMk id="3" creationId="{1095E837-F77E-AE4D-944C-919B5D780AAA}"/>
          </ac:spMkLst>
        </pc:spChg>
      </pc:sldChg>
      <pc:sldChg chg="del">
        <pc:chgData name="William Estes" userId="a88fcdbc31b6f594" providerId="Windows Live" clId="Web-{48EFDAB6-D1E4-45B6-BA38-B25BA927160E}" dt="2020-09-17T02:10:18.136" v="1553"/>
        <pc:sldMkLst>
          <pc:docMk/>
          <pc:sldMk cId="18420826" sldId="294"/>
        </pc:sldMkLst>
      </pc:sldChg>
      <pc:sldChg chg="del">
        <pc:chgData name="William Estes" userId="a88fcdbc31b6f594" providerId="Windows Live" clId="Web-{48EFDAB6-D1E4-45B6-BA38-B25BA927160E}" dt="2020-09-17T01:21:33.052" v="30"/>
        <pc:sldMkLst>
          <pc:docMk/>
          <pc:sldMk cId="2184220433" sldId="295"/>
        </pc:sldMkLst>
      </pc:sldChg>
      <pc:sldChg chg="del">
        <pc:chgData name="William Estes" userId="a88fcdbc31b6f594" providerId="Windows Live" clId="Web-{48EFDAB6-D1E4-45B6-BA38-B25BA927160E}" dt="2020-09-17T02:10:18.136" v="1552"/>
        <pc:sldMkLst>
          <pc:docMk/>
          <pc:sldMk cId="1522982694" sldId="296"/>
        </pc:sldMkLst>
      </pc:sldChg>
      <pc:sldChg chg="del">
        <pc:chgData name="William Estes" userId="a88fcdbc31b6f594" providerId="Windows Live" clId="Web-{48EFDAB6-D1E4-45B6-BA38-B25BA927160E}" dt="2020-09-17T02:10:25.214" v="1554"/>
        <pc:sldMkLst>
          <pc:docMk/>
          <pc:sldMk cId="3207294362" sldId="297"/>
        </pc:sldMkLst>
      </pc:sldChg>
      <pc:sldChg chg="del">
        <pc:chgData name="William Estes" userId="a88fcdbc31b6f594" providerId="Windows Live" clId="Web-{48EFDAB6-D1E4-45B6-BA38-B25BA927160E}" dt="2020-09-17T01:21:33.037" v="29"/>
        <pc:sldMkLst>
          <pc:docMk/>
          <pc:sldMk cId="356878534" sldId="301"/>
        </pc:sldMkLst>
      </pc:sldChg>
      <pc:sldChg chg="modSp add replId">
        <pc:chgData name="William Estes" userId="a88fcdbc31b6f594" providerId="Windows Live" clId="Web-{48EFDAB6-D1E4-45B6-BA38-B25BA927160E}" dt="2020-09-17T01:39:18.810" v="593" actId="20577"/>
        <pc:sldMkLst>
          <pc:docMk/>
          <pc:sldMk cId="3929471447" sldId="304"/>
        </pc:sldMkLst>
        <pc:spChg chg="mod">
          <ac:chgData name="William Estes" userId="a88fcdbc31b6f594" providerId="Windows Live" clId="Web-{48EFDAB6-D1E4-45B6-BA38-B25BA927160E}" dt="2020-09-17T01:24:53.757" v="50" actId="20577"/>
          <ac:spMkLst>
            <pc:docMk/>
            <pc:sldMk cId="3929471447" sldId="304"/>
            <ac:spMk id="2" creationId="{5C86CBF7-69F7-7B44-ABCE-F80D6130EA7B}"/>
          </ac:spMkLst>
        </pc:spChg>
        <pc:spChg chg="mod">
          <ac:chgData name="William Estes" userId="a88fcdbc31b6f594" providerId="Windows Live" clId="Web-{48EFDAB6-D1E4-45B6-BA38-B25BA927160E}" dt="2020-09-17T01:39:18.810" v="593" actId="20577"/>
          <ac:spMkLst>
            <pc:docMk/>
            <pc:sldMk cId="3929471447" sldId="304"/>
            <ac:spMk id="3" creationId="{1095E837-F77E-AE4D-944C-919B5D780AAA}"/>
          </ac:spMkLst>
        </pc:spChg>
      </pc:sldChg>
      <pc:sldChg chg="modSp add replId">
        <pc:chgData name="William Estes" userId="a88fcdbc31b6f594" providerId="Windows Live" clId="Web-{48EFDAB6-D1E4-45B6-BA38-B25BA927160E}" dt="2020-09-17T01:57:32.834" v="1377" actId="20577"/>
        <pc:sldMkLst>
          <pc:docMk/>
          <pc:sldMk cId="495592214" sldId="305"/>
        </pc:sldMkLst>
        <pc:spChg chg="mod">
          <ac:chgData name="William Estes" userId="a88fcdbc31b6f594" providerId="Windows Live" clId="Web-{48EFDAB6-D1E4-45B6-BA38-B25BA927160E}" dt="2020-09-17T01:57:32.834" v="1377" actId="20577"/>
          <ac:spMkLst>
            <pc:docMk/>
            <pc:sldMk cId="495592214" sldId="305"/>
            <ac:spMk id="3" creationId="{1095E837-F77E-AE4D-944C-919B5D780AAA}"/>
          </ac:spMkLst>
        </pc:spChg>
      </pc:sldChg>
      <pc:sldChg chg="addSp modSp add replId">
        <pc:chgData name="William Estes" userId="a88fcdbc31b6f594" providerId="Windows Live" clId="Web-{48EFDAB6-D1E4-45B6-BA38-B25BA927160E}" dt="2020-09-17T02:09:26.057" v="1546" actId="1076"/>
        <pc:sldMkLst>
          <pc:docMk/>
          <pc:sldMk cId="2669208754" sldId="306"/>
        </pc:sldMkLst>
        <pc:spChg chg="mod">
          <ac:chgData name="William Estes" userId="a88fcdbc31b6f594" providerId="Windows Live" clId="Web-{48EFDAB6-D1E4-45B6-BA38-B25BA927160E}" dt="2020-09-17T02:09:17.214" v="1542" actId="20577"/>
          <ac:spMkLst>
            <pc:docMk/>
            <pc:sldMk cId="2669208754" sldId="306"/>
            <ac:spMk id="3" creationId="{1095E837-F77E-AE4D-944C-919B5D780AAA}"/>
          </ac:spMkLst>
        </pc:spChg>
        <pc:picChg chg="add mod">
          <ac:chgData name="William Estes" userId="a88fcdbc31b6f594" providerId="Windows Live" clId="Web-{48EFDAB6-D1E4-45B6-BA38-B25BA927160E}" dt="2020-09-17T02:09:26.057" v="1546" actId="1076"/>
          <ac:picMkLst>
            <pc:docMk/>
            <pc:sldMk cId="2669208754" sldId="306"/>
            <ac:picMk id="4" creationId="{DD5C9594-04F0-40A9-8986-17C053F8DE9F}"/>
          </ac:picMkLst>
        </pc:picChg>
      </pc:sldChg>
      <pc:sldChg chg="modSp add ord replId">
        <pc:chgData name="William Estes" userId="a88fcdbc31b6f594" providerId="Windows Live" clId="Web-{48EFDAB6-D1E4-45B6-BA38-B25BA927160E}" dt="2020-09-17T02:12:25.512" v="1616" actId="20577"/>
        <pc:sldMkLst>
          <pc:docMk/>
          <pc:sldMk cId="693750733" sldId="307"/>
        </pc:sldMkLst>
        <pc:spChg chg="mod">
          <ac:chgData name="William Estes" userId="a88fcdbc31b6f594" providerId="Windows Live" clId="Web-{48EFDAB6-D1E4-45B6-BA38-B25BA927160E}" dt="2020-09-17T02:12:25.512" v="1616" actId="20577"/>
          <ac:spMkLst>
            <pc:docMk/>
            <pc:sldMk cId="693750733" sldId="307"/>
            <ac:spMk id="3" creationId="{1095E837-F77E-AE4D-944C-919B5D780AAA}"/>
          </ac:spMkLst>
        </pc:spChg>
      </pc:sldChg>
    </pc:docChg>
  </pc:docChgLst>
  <pc:docChgLst>
    <pc:chgData name="William Estes" userId="a88fcdbc31b6f594" providerId="Windows Live" clId="Web-{1C42299B-EE27-4BED-807D-8FDE6497A3B9}"/>
    <pc:docChg chg="addSld delSld modSld">
      <pc:chgData name="William Estes" userId="a88fcdbc31b6f594" providerId="Windows Live" clId="Web-{1C42299B-EE27-4BED-807D-8FDE6497A3B9}" dt="2020-08-29T21:35:47.315" v="2958" actId="20577"/>
      <pc:docMkLst>
        <pc:docMk/>
      </pc:docMkLst>
      <pc:sldChg chg="modSp">
        <pc:chgData name="William Estes" userId="a88fcdbc31b6f594" providerId="Windows Live" clId="Web-{1C42299B-EE27-4BED-807D-8FDE6497A3B9}" dt="2020-08-28T22:35:08.592" v="180" actId="20577"/>
        <pc:sldMkLst>
          <pc:docMk/>
          <pc:sldMk cId="1056604679" sldId="260"/>
        </pc:sldMkLst>
        <pc:spChg chg="mod">
          <ac:chgData name="William Estes" userId="a88fcdbc31b6f594" providerId="Windows Live" clId="Web-{1C42299B-EE27-4BED-807D-8FDE6497A3B9}" dt="2020-08-28T22:35:08.592" v="180" actId="20577"/>
          <ac:spMkLst>
            <pc:docMk/>
            <pc:sldMk cId="1056604679" sldId="260"/>
            <ac:spMk id="3" creationId="{3713A5A2-1019-0143-BC00-1B8B12D7C198}"/>
          </ac:spMkLst>
        </pc:spChg>
      </pc:sldChg>
      <pc:sldChg chg="modSp">
        <pc:chgData name="William Estes" userId="a88fcdbc31b6f594" providerId="Windows Live" clId="Web-{1C42299B-EE27-4BED-807D-8FDE6497A3B9}" dt="2020-08-29T20:29:11.041" v="383" actId="20577"/>
        <pc:sldMkLst>
          <pc:docMk/>
          <pc:sldMk cId="496210837" sldId="280"/>
        </pc:sldMkLst>
        <pc:spChg chg="mod">
          <ac:chgData name="William Estes" userId="a88fcdbc31b6f594" providerId="Windows Live" clId="Web-{1C42299B-EE27-4BED-807D-8FDE6497A3B9}" dt="2020-08-29T20:29:11.041" v="383" actId="20577"/>
          <ac:spMkLst>
            <pc:docMk/>
            <pc:sldMk cId="496210837" sldId="280"/>
            <ac:spMk id="3" creationId="{3713A5A2-1019-0143-BC00-1B8B12D7C198}"/>
          </ac:spMkLst>
        </pc:spChg>
      </pc:sldChg>
      <pc:sldChg chg="del">
        <pc:chgData name="William Estes" userId="a88fcdbc31b6f594" providerId="Windows Live" clId="Web-{1C42299B-EE27-4BED-807D-8FDE6497A3B9}" dt="2020-08-28T21:48:50.081" v="137"/>
        <pc:sldMkLst>
          <pc:docMk/>
          <pc:sldMk cId="3619621420" sldId="285"/>
        </pc:sldMkLst>
      </pc:sldChg>
      <pc:sldChg chg="addSp modSp">
        <pc:chgData name="William Estes" userId="a88fcdbc31b6f594" providerId="Windows Live" clId="Web-{1C42299B-EE27-4BED-807D-8FDE6497A3B9}" dt="2020-08-29T20:40:36.410" v="1158" actId="20577"/>
        <pc:sldMkLst>
          <pc:docMk/>
          <pc:sldMk cId="3016926997" sldId="287"/>
        </pc:sldMkLst>
        <pc:spChg chg="mod">
          <ac:chgData name="William Estes" userId="a88fcdbc31b6f594" providerId="Windows Live" clId="Web-{1C42299B-EE27-4BED-807D-8FDE6497A3B9}" dt="2020-08-29T20:30:38.839" v="397" actId="20577"/>
          <ac:spMkLst>
            <pc:docMk/>
            <pc:sldMk cId="3016926997" sldId="287"/>
            <ac:spMk id="2" creationId="{BE79D0F1-31A8-934B-8486-B9D3C52E0A02}"/>
          </ac:spMkLst>
        </pc:spChg>
        <pc:spChg chg="mod">
          <ac:chgData name="William Estes" userId="a88fcdbc31b6f594" providerId="Windows Live" clId="Web-{1C42299B-EE27-4BED-807D-8FDE6497A3B9}" dt="2020-08-29T20:40:36.410" v="1158" actId="20577"/>
          <ac:spMkLst>
            <pc:docMk/>
            <pc:sldMk cId="3016926997" sldId="287"/>
            <ac:spMk id="4" creationId="{5C0E649D-E3FD-41FB-BA87-37C62725C740}"/>
          </ac:spMkLst>
        </pc:spChg>
        <pc:picChg chg="add mod">
          <ac:chgData name="William Estes" userId="a88fcdbc31b6f594" providerId="Windows Live" clId="Web-{1C42299B-EE27-4BED-807D-8FDE6497A3B9}" dt="2020-08-29T20:33:30.938" v="608" actId="14100"/>
          <ac:picMkLst>
            <pc:docMk/>
            <pc:sldMk cId="3016926997" sldId="287"/>
            <ac:picMk id="3" creationId="{9B50198E-59C2-4405-ACE6-E7B05ABCC7F2}"/>
          </ac:picMkLst>
        </pc:picChg>
      </pc:sldChg>
      <pc:sldChg chg="modSp">
        <pc:chgData name="William Estes" userId="a88fcdbc31b6f594" providerId="Windows Live" clId="Web-{1C42299B-EE27-4BED-807D-8FDE6497A3B9}" dt="2020-08-29T18:32:20.468" v="232" actId="20577"/>
        <pc:sldMkLst>
          <pc:docMk/>
          <pc:sldMk cId="3007801671" sldId="291"/>
        </pc:sldMkLst>
        <pc:spChg chg="mod">
          <ac:chgData name="William Estes" userId="a88fcdbc31b6f594" providerId="Windows Live" clId="Web-{1C42299B-EE27-4BED-807D-8FDE6497A3B9}" dt="2020-08-29T18:32:20.468" v="232" actId="20577"/>
          <ac:spMkLst>
            <pc:docMk/>
            <pc:sldMk cId="3007801671" sldId="291"/>
            <ac:spMk id="3" creationId="{1095E837-F77E-AE4D-944C-919B5D780AAA}"/>
          </ac:spMkLst>
        </pc:spChg>
        <pc:spChg chg="mod">
          <ac:chgData name="William Estes" userId="a88fcdbc31b6f594" providerId="Windows Live" clId="Web-{1C42299B-EE27-4BED-807D-8FDE6497A3B9}" dt="2020-08-29T18:29:43.783" v="201" actId="1076"/>
          <ac:spMkLst>
            <pc:docMk/>
            <pc:sldMk cId="3007801671" sldId="291"/>
            <ac:spMk id="4" creationId="{ADB1C674-FD00-4D6C-866A-6C5E6B13E5F3}"/>
          </ac:spMkLst>
        </pc:spChg>
        <pc:spChg chg="mod">
          <ac:chgData name="William Estes" userId="a88fcdbc31b6f594" providerId="Windows Live" clId="Web-{1C42299B-EE27-4BED-807D-8FDE6497A3B9}" dt="2020-08-29T18:30:57" v="202" actId="1076"/>
          <ac:spMkLst>
            <pc:docMk/>
            <pc:sldMk cId="3007801671" sldId="291"/>
            <ac:spMk id="5" creationId="{4952BA95-9BBD-41E0-9E5D-9FA167EAC776}"/>
          </ac:spMkLst>
        </pc:spChg>
        <pc:spChg chg="mod">
          <ac:chgData name="William Estes" userId="a88fcdbc31b6f594" providerId="Windows Live" clId="Web-{1C42299B-EE27-4BED-807D-8FDE6497A3B9}" dt="2020-08-29T18:31:01.516" v="203" actId="1076"/>
          <ac:spMkLst>
            <pc:docMk/>
            <pc:sldMk cId="3007801671" sldId="291"/>
            <ac:spMk id="6" creationId="{3A659AA7-456C-4E13-9785-37DE36D63852}"/>
          </ac:spMkLst>
        </pc:spChg>
      </pc:sldChg>
      <pc:sldChg chg="delSp modSp">
        <pc:chgData name="William Estes" userId="a88fcdbc31b6f594" providerId="Windows Live" clId="Web-{1C42299B-EE27-4BED-807D-8FDE6497A3B9}" dt="2020-08-28T21:46:00.471" v="15" actId="1076"/>
        <pc:sldMkLst>
          <pc:docMk/>
          <pc:sldMk cId="171356189" sldId="292"/>
        </pc:sldMkLst>
        <pc:spChg chg="mod">
          <ac:chgData name="William Estes" userId="a88fcdbc31b6f594" providerId="Windows Live" clId="Web-{1C42299B-EE27-4BED-807D-8FDE6497A3B9}" dt="2020-08-28T21:45:52.143" v="5" actId="20577"/>
          <ac:spMkLst>
            <pc:docMk/>
            <pc:sldMk cId="171356189" sldId="292"/>
            <ac:spMk id="3" creationId="{1095E837-F77E-AE4D-944C-919B5D780AAA}"/>
          </ac:spMkLst>
        </pc:spChg>
        <pc:spChg chg="del">
          <ac:chgData name="William Estes" userId="a88fcdbc31b6f594" providerId="Windows Live" clId="Web-{1C42299B-EE27-4BED-807D-8FDE6497A3B9}" dt="2020-08-28T21:45:45.783" v="0"/>
          <ac:spMkLst>
            <pc:docMk/>
            <pc:sldMk cId="171356189" sldId="292"/>
            <ac:spMk id="4" creationId="{ADB1C674-FD00-4D6C-866A-6C5E6B13E5F3}"/>
          </ac:spMkLst>
        </pc:spChg>
        <pc:spChg chg="mod">
          <ac:chgData name="William Estes" userId="a88fcdbc31b6f594" providerId="Windows Live" clId="Web-{1C42299B-EE27-4BED-807D-8FDE6497A3B9}" dt="2020-08-28T21:46:00.408" v="7" actId="1076"/>
          <ac:spMkLst>
            <pc:docMk/>
            <pc:sldMk cId="171356189" sldId="292"/>
            <ac:spMk id="11" creationId="{78CD0106-D05B-48F8-88DB-525D34C0A1A4}"/>
          </ac:spMkLst>
        </pc:spChg>
        <pc:spChg chg="mod">
          <ac:chgData name="William Estes" userId="a88fcdbc31b6f594" providerId="Windows Live" clId="Web-{1C42299B-EE27-4BED-807D-8FDE6497A3B9}" dt="2020-08-28T21:46:00.424" v="8" actId="1076"/>
          <ac:spMkLst>
            <pc:docMk/>
            <pc:sldMk cId="171356189" sldId="292"/>
            <ac:spMk id="12" creationId="{463E7D16-0E64-401F-AB9D-650B3290882F}"/>
          </ac:spMkLst>
        </pc:spChg>
        <pc:spChg chg="mod">
          <ac:chgData name="William Estes" userId="a88fcdbc31b6f594" providerId="Windows Live" clId="Web-{1C42299B-EE27-4BED-807D-8FDE6497A3B9}" dt="2020-08-28T21:46:00.424" v="9" actId="1076"/>
          <ac:spMkLst>
            <pc:docMk/>
            <pc:sldMk cId="171356189" sldId="292"/>
            <ac:spMk id="13" creationId="{85449B42-0E50-4771-A03D-AB1D291740A4}"/>
          </ac:spMkLst>
        </pc:spChg>
        <pc:spChg chg="mod">
          <ac:chgData name="William Estes" userId="a88fcdbc31b6f594" providerId="Windows Live" clId="Web-{1C42299B-EE27-4BED-807D-8FDE6497A3B9}" dt="2020-08-28T21:46:00.439" v="10" actId="1076"/>
          <ac:spMkLst>
            <pc:docMk/>
            <pc:sldMk cId="171356189" sldId="292"/>
            <ac:spMk id="14" creationId="{DA9640AD-8476-475D-8585-B3FF518B2F8A}"/>
          </ac:spMkLst>
        </pc:spChg>
        <pc:spChg chg="mod">
          <ac:chgData name="William Estes" userId="a88fcdbc31b6f594" providerId="Windows Live" clId="Web-{1C42299B-EE27-4BED-807D-8FDE6497A3B9}" dt="2020-08-28T21:46:00.439" v="11" actId="1076"/>
          <ac:spMkLst>
            <pc:docMk/>
            <pc:sldMk cId="171356189" sldId="292"/>
            <ac:spMk id="15" creationId="{0AA2F10F-EDBF-4224-9420-736F6FFE10FE}"/>
          </ac:spMkLst>
        </pc:spChg>
        <pc:spChg chg="mod">
          <ac:chgData name="William Estes" userId="a88fcdbc31b6f594" providerId="Windows Live" clId="Web-{1C42299B-EE27-4BED-807D-8FDE6497A3B9}" dt="2020-08-28T21:46:00.455" v="12" actId="1076"/>
          <ac:spMkLst>
            <pc:docMk/>
            <pc:sldMk cId="171356189" sldId="292"/>
            <ac:spMk id="16" creationId="{FC004729-9277-4FEB-92A0-2445B4CD18ED}"/>
          </ac:spMkLst>
        </pc:spChg>
        <pc:spChg chg="mod">
          <ac:chgData name="William Estes" userId="a88fcdbc31b6f594" providerId="Windows Live" clId="Web-{1C42299B-EE27-4BED-807D-8FDE6497A3B9}" dt="2020-08-28T21:46:00.455" v="13" actId="1076"/>
          <ac:spMkLst>
            <pc:docMk/>
            <pc:sldMk cId="171356189" sldId="292"/>
            <ac:spMk id="17" creationId="{FC5E33D3-1151-48B4-B1E9-569E51809E49}"/>
          </ac:spMkLst>
        </pc:spChg>
        <pc:cxnChg chg="mod">
          <ac:chgData name="William Estes" userId="a88fcdbc31b6f594" providerId="Windows Live" clId="Web-{1C42299B-EE27-4BED-807D-8FDE6497A3B9}" dt="2020-08-28T21:46:00.471" v="14" actId="1076"/>
          <ac:cxnSpMkLst>
            <pc:docMk/>
            <pc:sldMk cId="171356189" sldId="292"/>
            <ac:cxnSpMk id="18" creationId="{BAC96D7B-8998-499E-BF5C-15409E7D858B}"/>
          </ac:cxnSpMkLst>
        </pc:cxnChg>
        <pc:cxnChg chg="mod">
          <ac:chgData name="William Estes" userId="a88fcdbc31b6f594" providerId="Windows Live" clId="Web-{1C42299B-EE27-4BED-807D-8FDE6497A3B9}" dt="2020-08-28T21:46:00.471" v="15" actId="1076"/>
          <ac:cxnSpMkLst>
            <pc:docMk/>
            <pc:sldMk cId="171356189" sldId="292"/>
            <ac:cxnSpMk id="19" creationId="{32F6DD03-6306-4873-BC80-2C1AD86FC3B2}"/>
          </ac:cxnSpMkLst>
        </pc:cxnChg>
      </pc:sldChg>
      <pc:sldChg chg="addSp modSp">
        <pc:chgData name="William Estes" userId="a88fcdbc31b6f594" providerId="Windows Live" clId="Web-{1C42299B-EE27-4BED-807D-8FDE6497A3B9}" dt="2020-08-29T18:37:23.730" v="237" actId="1076"/>
        <pc:sldMkLst>
          <pc:docMk/>
          <pc:sldMk cId="4024895595" sldId="293"/>
        </pc:sldMkLst>
        <pc:spChg chg="mod">
          <ac:chgData name="William Estes" userId="a88fcdbc31b6f594" providerId="Windows Live" clId="Web-{1C42299B-EE27-4BED-807D-8FDE6497A3B9}" dt="2020-08-28T21:49:23.940" v="140" actId="20577"/>
          <ac:spMkLst>
            <pc:docMk/>
            <pc:sldMk cId="4024895595" sldId="293"/>
            <ac:spMk id="3" creationId="{1095E837-F77E-AE4D-944C-919B5D780AAA}"/>
          </ac:spMkLst>
        </pc:spChg>
        <pc:spChg chg="add mod">
          <ac:chgData name="William Estes" userId="a88fcdbc31b6f594" providerId="Windows Live" clId="Web-{1C42299B-EE27-4BED-807D-8FDE6497A3B9}" dt="2020-08-28T21:47:25.565" v="136" actId="1076"/>
          <ac:spMkLst>
            <pc:docMk/>
            <pc:sldMk cId="4024895595" sldId="293"/>
            <ac:spMk id="7" creationId="{C03BAB43-44C7-43D3-8E69-F3905CA14C66}"/>
          </ac:spMkLst>
        </pc:spChg>
        <pc:spChg chg="mod">
          <ac:chgData name="William Estes" userId="a88fcdbc31b6f594" providerId="Windows Live" clId="Web-{1C42299B-EE27-4BED-807D-8FDE6497A3B9}" dt="2020-08-29T18:37:04.042" v="236" actId="1076"/>
          <ac:spMkLst>
            <pc:docMk/>
            <pc:sldMk cId="4024895595" sldId="293"/>
            <ac:spMk id="11" creationId="{3207FE19-F1CE-410A-AAE5-C514AFCD9962}"/>
          </ac:spMkLst>
        </pc:spChg>
        <pc:spChg chg="mod">
          <ac:chgData name="William Estes" userId="a88fcdbc31b6f594" providerId="Windows Live" clId="Web-{1C42299B-EE27-4BED-807D-8FDE6497A3B9}" dt="2020-08-29T18:37:23.730" v="237" actId="1076"/>
          <ac:spMkLst>
            <pc:docMk/>
            <pc:sldMk cId="4024895595" sldId="293"/>
            <ac:spMk id="13" creationId="{014E91E8-8BA1-4BE7-8636-2D4D82AC14F3}"/>
          </ac:spMkLst>
        </pc:spChg>
      </pc:sldChg>
      <pc:sldChg chg="addSp delSp modSp add replId">
        <pc:chgData name="William Estes" userId="a88fcdbc31b6f594" providerId="Windows Live" clId="Web-{1C42299B-EE27-4BED-807D-8FDE6497A3B9}" dt="2020-08-29T21:25:48.441" v="2273" actId="20577"/>
        <pc:sldMkLst>
          <pc:docMk/>
          <pc:sldMk cId="3221878255" sldId="294"/>
        </pc:sldMkLst>
        <pc:spChg chg="mod">
          <ac:chgData name="William Estes" userId="a88fcdbc31b6f594" providerId="Windows Live" clId="Web-{1C42299B-EE27-4BED-807D-8FDE6497A3B9}" dt="2020-08-29T21:25:48.441" v="2273" actId="20577"/>
          <ac:spMkLst>
            <pc:docMk/>
            <pc:sldMk cId="3221878255" sldId="294"/>
            <ac:spMk id="4" creationId="{5C0E649D-E3FD-41FB-BA87-37C62725C740}"/>
          </ac:spMkLst>
        </pc:spChg>
        <pc:picChg chg="del">
          <ac:chgData name="William Estes" userId="a88fcdbc31b6f594" providerId="Windows Live" clId="Web-{1C42299B-EE27-4BED-807D-8FDE6497A3B9}" dt="2020-08-29T20:34:34.708" v="726"/>
          <ac:picMkLst>
            <pc:docMk/>
            <pc:sldMk cId="3221878255" sldId="294"/>
            <ac:picMk id="3" creationId="{9B50198E-59C2-4405-ACE6-E7B05ABCC7F2}"/>
          </ac:picMkLst>
        </pc:picChg>
        <pc:picChg chg="add mod">
          <ac:chgData name="William Estes" userId="a88fcdbc31b6f594" providerId="Windows Live" clId="Web-{1C42299B-EE27-4BED-807D-8FDE6497A3B9}" dt="2020-08-29T21:25:05.535" v="2150" actId="1076"/>
          <ac:picMkLst>
            <pc:docMk/>
            <pc:sldMk cId="3221878255" sldId="294"/>
            <ac:picMk id="5" creationId="{659E6D4C-B75C-4FDA-9FC5-178E2591C48A}"/>
          </ac:picMkLst>
        </pc:picChg>
        <pc:picChg chg="add mod">
          <ac:chgData name="William Estes" userId="a88fcdbc31b6f594" providerId="Windows Live" clId="Web-{1C42299B-EE27-4BED-807D-8FDE6497A3B9}" dt="2020-08-29T21:25:28.394" v="2194" actId="1076"/>
          <ac:picMkLst>
            <pc:docMk/>
            <pc:sldMk cId="3221878255" sldId="294"/>
            <ac:picMk id="6" creationId="{5E9C30D7-B428-4F3D-9C94-6CE4D4117681}"/>
          </ac:picMkLst>
        </pc:picChg>
      </pc:sldChg>
      <pc:sldChg chg="addSp modSp add replId">
        <pc:chgData name="William Estes" userId="a88fcdbc31b6f594" providerId="Windows Live" clId="Web-{1C42299B-EE27-4BED-807D-8FDE6497A3B9}" dt="2020-08-29T21:16:06.505" v="1719" actId="14100"/>
        <pc:sldMkLst>
          <pc:docMk/>
          <pc:sldMk cId="3635157167" sldId="295"/>
        </pc:sldMkLst>
        <pc:spChg chg="mod">
          <ac:chgData name="William Estes" userId="a88fcdbc31b6f594" providerId="Windows Live" clId="Web-{1C42299B-EE27-4BED-807D-8FDE6497A3B9}" dt="2020-08-29T21:15:58.396" v="1715" actId="20577"/>
          <ac:spMkLst>
            <pc:docMk/>
            <pc:sldMk cId="3635157167" sldId="295"/>
            <ac:spMk id="4" creationId="{5C0E649D-E3FD-41FB-BA87-37C62725C740}"/>
          </ac:spMkLst>
        </pc:spChg>
        <pc:picChg chg="add mod">
          <ac:chgData name="William Estes" userId="a88fcdbc31b6f594" providerId="Windows Live" clId="Web-{1C42299B-EE27-4BED-807D-8FDE6497A3B9}" dt="2020-08-29T21:05:50.648" v="1254" actId="14100"/>
          <ac:picMkLst>
            <pc:docMk/>
            <pc:sldMk cId="3635157167" sldId="295"/>
            <ac:picMk id="3" creationId="{F3E3B2BC-18C6-426C-8968-174065F8B782}"/>
          </ac:picMkLst>
        </pc:picChg>
        <pc:picChg chg="add mod">
          <ac:chgData name="William Estes" userId="a88fcdbc31b6f594" providerId="Windows Live" clId="Web-{1C42299B-EE27-4BED-807D-8FDE6497A3B9}" dt="2020-08-29T21:16:06.505" v="1719" actId="14100"/>
          <ac:picMkLst>
            <pc:docMk/>
            <pc:sldMk cId="3635157167" sldId="295"/>
            <ac:picMk id="5" creationId="{1738BB81-A853-479F-AB43-0CACC687EEDA}"/>
          </ac:picMkLst>
        </pc:picChg>
      </pc:sldChg>
      <pc:sldChg chg="add del replId">
        <pc:chgData name="William Estes" userId="a88fcdbc31b6f594" providerId="Windows Live" clId="Web-{1C42299B-EE27-4BED-807D-8FDE6497A3B9}" dt="2020-08-29T21:25:56.035" v="2276"/>
        <pc:sldMkLst>
          <pc:docMk/>
          <pc:sldMk cId="2164392924" sldId="296"/>
        </pc:sldMkLst>
      </pc:sldChg>
      <pc:sldChg chg="add del replId">
        <pc:chgData name="William Estes" userId="a88fcdbc31b6f594" providerId="Windows Live" clId="Web-{1C42299B-EE27-4BED-807D-8FDE6497A3B9}" dt="2020-08-29T21:25:57.691" v="2277"/>
        <pc:sldMkLst>
          <pc:docMk/>
          <pc:sldMk cId="3102684679" sldId="297"/>
        </pc:sldMkLst>
      </pc:sldChg>
      <pc:sldChg chg="addSp delSp modSp add replId">
        <pc:chgData name="William Estes" userId="a88fcdbc31b6f594" providerId="Windows Live" clId="Web-{1C42299B-EE27-4BED-807D-8FDE6497A3B9}" dt="2020-08-29T21:22:55.395" v="2146" actId="14100"/>
        <pc:sldMkLst>
          <pc:docMk/>
          <pc:sldMk cId="1978656173" sldId="298"/>
        </pc:sldMkLst>
        <pc:spChg chg="mod">
          <ac:chgData name="William Estes" userId="a88fcdbc31b6f594" providerId="Windows Live" clId="Web-{1C42299B-EE27-4BED-807D-8FDE6497A3B9}" dt="2020-08-29T21:18:48.302" v="1863" actId="20577"/>
          <ac:spMkLst>
            <pc:docMk/>
            <pc:sldMk cId="1978656173" sldId="298"/>
            <ac:spMk id="2" creationId="{089AB04D-874D-0245-A562-02212EE48CA7}"/>
          </ac:spMkLst>
        </pc:spChg>
        <pc:spChg chg="mod">
          <ac:chgData name="William Estes" userId="a88fcdbc31b6f594" providerId="Windows Live" clId="Web-{1C42299B-EE27-4BED-807D-8FDE6497A3B9}" dt="2020-08-29T21:21:56.051" v="2141" actId="20577"/>
          <ac:spMkLst>
            <pc:docMk/>
            <pc:sldMk cId="1978656173" sldId="298"/>
            <ac:spMk id="3" creationId="{3713A5A2-1019-0143-BC00-1B8B12D7C198}"/>
          </ac:spMkLst>
        </pc:spChg>
        <pc:picChg chg="del">
          <ac:chgData name="William Estes" userId="a88fcdbc31b6f594" providerId="Windows Live" clId="Web-{1C42299B-EE27-4BED-807D-8FDE6497A3B9}" dt="2020-08-29T21:18:49.521" v="1866"/>
          <ac:picMkLst>
            <pc:docMk/>
            <pc:sldMk cId="1978656173" sldId="298"/>
            <ac:picMk id="4" creationId="{4259BACA-FCD8-48E2-9A07-B9333745DEDB}"/>
          </ac:picMkLst>
        </pc:picChg>
        <pc:picChg chg="add mod">
          <ac:chgData name="William Estes" userId="a88fcdbc31b6f594" providerId="Windows Live" clId="Web-{1C42299B-EE27-4BED-807D-8FDE6497A3B9}" dt="2020-08-29T21:22:55.395" v="2146" actId="14100"/>
          <ac:picMkLst>
            <pc:docMk/>
            <pc:sldMk cId="1978656173" sldId="298"/>
            <ac:picMk id="5" creationId="{FC63283E-B2D1-4EEF-82D2-BCA9050081E7}"/>
          </ac:picMkLst>
        </pc:picChg>
      </pc:sldChg>
      <pc:sldChg chg="addSp delSp modSp add replId">
        <pc:chgData name="William Estes" userId="a88fcdbc31b6f594" providerId="Windows Live" clId="Web-{1C42299B-EE27-4BED-807D-8FDE6497A3B9}" dt="2020-08-29T21:35:20.736" v="2956" actId="20577"/>
        <pc:sldMkLst>
          <pc:docMk/>
          <pc:sldMk cId="1101533116" sldId="299"/>
        </pc:sldMkLst>
        <pc:spChg chg="mod">
          <ac:chgData name="William Estes" userId="a88fcdbc31b6f594" providerId="Windows Live" clId="Web-{1C42299B-EE27-4BED-807D-8FDE6497A3B9}" dt="2020-08-29T21:27:13.144" v="2281" actId="20577"/>
          <ac:spMkLst>
            <pc:docMk/>
            <pc:sldMk cId="1101533116" sldId="299"/>
            <ac:spMk id="2" creationId="{089AB04D-874D-0245-A562-02212EE48CA7}"/>
          </ac:spMkLst>
        </pc:spChg>
        <pc:spChg chg="mod">
          <ac:chgData name="William Estes" userId="a88fcdbc31b6f594" providerId="Windows Live" clId="Web-{1C42299B-EE27-4BED-807D-8FDE6497A3B9}" dt="2020-08-29T21:35:20.736" v="2956" actId="20577"/>
          <ac:spMkLst>
            <pc:docMk/>
            <pc:sldMk cId="1101533116" sldId="299"/>
            <ac:spMk id="3" creationId="{3713A5A2-1019-0143-BC00-1B8B12D7C198}"/>
          </ac:spMkLst>
        </pc:spChg>
        <pc:picChg chg="add mod">
          <ac:chgData name="William Estes" userId="a88fcdbc31b6f594" providerId="Windows Live" clId="Web-{1C42299B-EE27-4BED-807D-8FDE6497A3B9}" dt="2020-08-29T21:32:35.815" v="2364" actId="1076"/>
          <ac:picMkLst>
            <pc:docMk/>
            <pc:sldMk cId="1101533116" sldId="299"/>
            <ac:picMk id="4" creationId="{DD9F2A48-8117-4CF0-8DD6-70F11B4F76E5}"/>
          </ac:picMkLst>
        </pc:picChg>
        <pc:picChg chg="del">
          <ac:chgData name="William Estes" userId="a88fcdbc31b6f594" providerId="Windows Live" clId="Web-{1C42299B-EE27-4BED-807D-8FDE6497A3B9}" dt="2020-08-29T21:27:14.425" v="2284"/>
          <ac:picMkLst>
            <pc:docMk/>
            <pc:sldMk cId="1101533116" sldId="299"/>
            <ac:picMk id="5" creationId="{FC63283E-B2D1-4EEF-82D2-BCA9050081E7}"/>
          </ac:picMkLst>
        </pc:picChg>
        <pc:picChg chg="add mod">
          <ac:chgData name="William Estes" userId="a88fcdbc31b6f594" providerId="Windows Live" clId="Web-{1C42299B-EE27-4BED-807D-8FDE6497A3B9}" dt="2020-08-29T21:32:38.565" v="2365" actId="1076"/>
          <ac:picMkLst>
            <pc:docMk/>
            <pc:sldMk cId="1101533116" sldId="299"/>
            <ac:picMk id="6" creationId="{06E87469-E8E4-4848-8D45-F8E13FF0A90C}"/>
          </ac:picMkLst>
        </pc:picChg>
      </pc:sldChg>
    </pc:docChg>
  </pc:docChgLst>
  <pc:docChgLst>
    <pc:chgData name="William Estes" userId="a88fcdbc31b6f594" providerId="Windows Live" clId="Web-{FEC7D7DA-88DC-4329-841B-98D239E5C097}"/>
    <pc:docChg chg="addSld delSld modSld">
      <pc:chgData name="William Estes" userId="a88fcdbc31b6f594" providerId="Windows Live" clId="Web-{FEC7D7DA-88DC-4329-841B-98D239E5C097}" dt="2020-09-07T21:36:07.982" v="69"/>
      <pc:docMkLst>
        <pc:docMk/>
      </pc:docMkLst>
      <pc:sldChg chg="modSp">
        <pc:chgData name="William Estes" userId="a88fcdbc31b6f594" providerId="Windows Live" clId="Web-{FEC7D7DA-88DC-4329-841B-98D239E5C097}" dt="2020-09-07T21:35:02.403" v="2" actId="20577"/>
        <pc:sldMkLst>
          <pc:docMk/>
          <pc:sldMk cId="1945136841" sldId="256"/>
        </pc:sldMkLst>
        <pc:spChg chg="mod">
          <ac:chgData name="William Estes" userId="a88fcdbc31b6f594" providerId="Windows Live" clId="Web-{FEC7D7DA-88DC-4329-841B-98D239E5C097}" dt="2020-09-07T21:35:02.403" v="2" actId="20577"/>
          <ac:spMkLst>
            <pc:docMk/>
            <pc:sldMk cId="1945136841" sldId="256"/>
            <ac:spMk id="2" creationId="{073FCCB2-5FFC-AF47-90CA-9CC12D113DDD}"/>
          </ac:spMkLst>
        </pc:spChg>
      </pc:sldChg>
      <pc:sldChg chg="add del">
        <pc:chgData name="William Estes" userId="a88fcdbc31b6f594" providerId="Windows Live" clId="Web-{FEC7D7DA-88DC-4329-841B-98D239E5C097}" dt="2020-09-07T21:36:06.388" v="68"/>
        <pc:sldMkLst>
          <pc:docMk/>
          <pc:sldMk cId="1056604679" sldId="260"/>
        </pc:sldMkLst>
      </pc:sldChg>
      <pc:sldChg chg="add del">
        <pc:chgData name="William Estes" userId="a88fcdbc31b6f594" providerId="Windows Live" clId="Web-{FEC7D7DA-88DC-4329-841B-98D239E5C097}" dt="2020-09-07T21:35:13.794" v="48"/>
        <pc:sldMkLst>
          <pc:docMk/>
          <pc:sldMk cId="3421889743" sldId="277"/>
        </pc:sldMkLst>
      </pc:sldChg>
      <pc:sldChg chg="add del">
        <pc:chgData name="William Estes" userId="a88fcdbc31b6f594" providerId="Windows Live" clId="Web-{FEC7D7DA-88DC-4329-841B-98D239E5C097}" dt="2020-09-07T21:35:35.981" v="62"/>
        <pc:sldMkLst>
          <pc:docMk/>
          <pc:sldMk cId="3007801671" sldId="291"/>
        </pc:sldMkLst>
      </pc:sldChg>
      <pc:sldChg chg="add del">
        <pc:chgData name="William Estes" userId="a88fcdbc31b6f594" providerId="Windows Live" clId="Web-{FEC7D7DA-88DC-4329-841B-98D239E5C097}" dt="2020-09-07T21:35:35.981" v="61"/>
        <pc:sldMkLst>
          <pc:docMk/>
          <pc:sldMk cId="1031257587" sldId="292"/>
        </pc:sldMkLst>
      </pc:sldChg>
      <pc:sldChg chg="add del">
        <pc:chgData name="William Estes" userId="a88fcdbc31b6f594" providerId="Windows Live" clId="Web-{FEC7D7DA-88DC-4329-841B-98D239E5C097}" dt="2020-09-07T21:35:12.856" v="37"/>
        <pc:sldMkLst>
          <pc:docMk/>
          <pc:sldMk cId="1361839843" sldId="293"/>
        </pc:sldMkLst>
      </pc:sldChg>
      <pc:sldChg chg="add del">
        <pc:chgData name="William Estes" userId="a88fcdbc31b6f594" providerId="Windows Live" clId="Web-{FEC7D7DA-88DC-4329-841B-98D239E5C097}" dt="2020-09-07T21:35:12.903" v="38"/>
        <pc:sldMkLst>
          <pc:docMk/>
          <pc:sldMk cId="18420826" sldId="294"/>
        </pc:sldMkLst>
      </pc:sldChg>
      <pc:sldChg chg="add del">
        <pc:chgData name="William Estes" userId="a88fcdbc31b6f594" providerId="Windows Live" clId="Web-{FEC7D7DA-88DC-4329-841B-98D239E5C097}" dt="2020-09-07T21:35:13.028" v="39"/>
        <pc:sldMkLst>
          <pc:docMk/>
          <pc:sldMk cId="2184220433" sldId="295"/>
        </pc:sldMkLst>
      </pc:sldChg>
      <pc:sldChg chg="add del">
        <pc:chgData name="William Estes" userId="a88fcdbc31b6f594" providerId="Windows Live" clId="Web-{FEC7D7DA-88DC-4329-841B-98D239E5C097}" dt="2020-09-07T21:35:13.153" v="41"/>
        <pc:sldMkLst>
          <pc:docMk/>
          <pc:sldMk cId="1522982694" sldId="296"/>
        </pc:sldMkLst>
      </pc:sldChg>
      <pc:sldChg chg="add del">
        <pc:chgData name="William Estes" userId="a88fcdbc31b6f594" providerId="Windows Live" clId="Web-{FEC7D7DA-88DC-4329-841B-98D239E5C097}" dt="2020-09-07T21:35:13.294" v="42"/>
        <pc:sldMkLst>
          <pc:docMk/>
          <pc:sldMk cId="3207294362" sldId="297"/>
        </pc:sldMkLst>
      </pc:sldChg>
      <pc:sldChg chg="add del">
        <pc:chgData name="William Estes" userId="a88fcdbc31b6f594" providerId="Windows Live" clId="Web-{FEC7D7DA-88DC-4329-841B-98D239E5C097}" dt="2020-09-07T21:35:13.403" v="43"/>
        <pc:sldMkLst>
          <pc:docMk/>
          <pc:sldMk cId="827534898" sldId="298"/>
        </pc:sldMkLst>
      </pc:sldChg>
      <pc:sldChg chg="add del">
        <pc:chgData name="William Estes" userId="a88fcdbc31b6f594" providerId="Windows Live" clId="Web-{FEC7D7DA-88DC-4329-841B-98D239E5C097}" dt="2020-09-07T21:35:13.450" v="44"/>
        <pc:sldMkLst>
          <pc:docMk/>
          <pc:sldMk cId="4080448644" sldId="299"/>
        </pc:sldMkLst>
      </pc:sldChg>
      <pc:sldChg chg="add del">
        <pc:chgData name="William Estes" userId="a88fcdbc31b6f594" providerId="Windows Live" clId="Web-{FEC7D7DA-88DC-4329-841B-98D239E5C097}" dt="2020-09-07T21:35:13.513" v="45"/>
        <pc:sldMkLst>
          <pc:docMk/>
          <pc:sldMk cId="4113558887" sldId="300"/>
        </pc:sldMkLst>
      </pc:sldChg>
      <pc:sldChg chg="add del">
        <pc:chgData name="William Estes" userId="a88fcdbc31b6f594" providerId="Windows Live" clId="Web-{FEC7D7DA-88DC-4329-841B-98D239E5C097}" dt="2020-09-07T21:35:13.122" v="40"/>
        <pc:sldMkLst>
          <pc:docMk/>
          <pc:sldMk cId="356878534" sldId="301"/>
        </pc:sldMkLst>
      </pc:sldChg>
      <pc:sldChg chg="add del">
        <pc:chgData name="William Estes" userId="a88fcdbc31b6f594" providerId="Windows Live" clId="Web-{FEC7D7DA-88DC-4329-841B-98D239E5C097}" dt="2020-09-07T21:35:13.575" v="46"/>
        <pc:sldMkLst>
          <pc:docMk/>
          <pc:sldMk cId="871545074" sldId="302"/>
        </pc:sldMkLst>
      </pc:sldChg>
      <pc:sldChg chg="add del">
        <pc:chgData name="William Estes" userId="a88fcdbc31b6f594" providerId="Windows Live" clId="Web-{FEC7D7DA-88DC-4329-841B-98D239E5C097}" dt="2020-09-07T21:35:13.684" v="47"/>
        <pc:sldMkLst>
          <pc:docMk/>
          <pc:sldMk cId="284483567" sldId="303"/>
        </pc:sldMkLst>
      </pc:sldChg>
      <pc:sldChg chg="add del">
        <pc:chgData name="William Estes" userId="a88fcdbc31b6f594" providerId="Windows Live" clId="Web-{FEC7D7DA-88DC-4329-841B-98D239E5C097}" dt="2020-09-07T21:35:28.263" v="56"/>
        <pc:sldMkLst>
          <pc:docMk/>
          <pc:sldMk cId="4242654959" sldId="304"/>
        </pc:sldMkLst>
      </pc:sldChg>
      <pc:sldChg chg="add del">
        <pc:chgData name="William Estes" userId="a88fcdbc31b6f594" providerId="Windows Live" clId="Web-{FEC7D7DA-88DC-4329-841B-98D239E5C097}" dt="2020-09-07T21:35:28.263" v="57"/>
        <pc:sldMkLst>
          <pc:docMk/>
          <pc:sldMk cId="2469544991" sldId="305"/>
        </pc:sldMkLst>
      </pc:sldChg>
      <pc:sldChg chg="add del">
        <pc:chgData name="William Estes" userId="a88fcdbc31b6f594" providerId="Windows Live" clId="Web-{FEC7D7DA-88DC-4329-841B-98D239E5C097}" dt="2020-09-07T21:35:28.263" v="58"/>
        <pc:sldMkLst>
          <pc:docMk/>
          <pc:sldMk cId="2651208645" sldId="306"/>
        </pc:sldMkLst>
      </pc:sldChg>
      <pc:sldChg chg="add del">
        <pc:chgData name="William Estes" userId="a88fcdbc31b6f594" providerId="Windows Live" clId="Web-{FEC7D7DA-88DC-4329-841B-98D239E5C097}" dt="2020-09-07T21:35:30.419" v="59"/>
        <pc:sldMkLst>
          <pc:docMk/>
          <pc:sldMk cId="746972265" sldId="307"/>
        </pc:sldMkLst>
      </pc:sldChg>
      <pc:sldChg chg="add del">
        <pc:chgData name="William Estes" userId="a88fcdbc31b6f594" providerId="Windows Live" clId="Web-{FEC7D7DA-88DC-4329-841B-98D239E5C097}" dt="2020-09-07T21:35:32.091" v="60"/>
        <pc:sldMkLst>
          <pc:docMk/>
          <pc:sldMk cId="1575020086" sldId="308"/>
        </pc:sldMkLst>
      </pc:sldChg>
      <pc:sldChg chg="add del">
        <pc:chgData name="William Estes" userId="a88fcdbc31b6f594" providerId="Windows Live" clId="Web-{FEC7D7DA-88DC-4329-841B-98D239E5C097}" dt="2020-09-07T21:36:04.700" v="67"/>
        <pc:sldMkLst>
          <pc:docMk/>
          <pc:sldMk cId="2117440973" sldId="309"/>
        </pc:sldMkLst>
      </pc:sldChg>
      <pc:sldChg chg="add del">
        <pc:chgData name="William Estes" userId="a88fcdbc31b6f594" providerId="Windows Live" clId="Web-{FEC7D7DA-88DC-4329-841B-98D239E5C097}" dt="2020-09-07T21:35:58.935" v="64"/>
        <pc:sldMkLst>
          <pc:docMk/>
          <pc:sldMk cId="3606642476" sldId="310"/>
        </pc:sldMkLst>
      </pc:sldChg>
      <pc:sldChg chg="add del">
        <pc:chgData name="William Estes" userId="a88fcdbc31b6f594" providerId="Windows Live" clId="Web-{FEC7D7DA-88DC-4329-841B-98D239E5C097}" dt="2020-09-07T21:36:02.044" v="65"/>
        <pc:sldMkLst>
          <pc:docMk/>
          <pc:sldMk cId="1624642261" sldId="311"/>
        </pc:sldMkLst>
      </pc:sldChg>
      <pc:sldChg chg="add del">
        <pc:chgData name="William Estes" userId="a88fcdbc31b6f594" providerId="Windows Live" clId="Web-{FEC7D7DA-88DC-4329-841B-98D239E5C097}" dt="2020-09-07T21:35:58.935" v="63"/>
        <pc:sldMkLst>
          <pc:docMk/>
          <pc:sldMk cId="2603811181" sldId="312"/>
        </pc:sldMkLst>
      </pc:sldChg>
      <pc:sldChg chg="add del">
        <pc:chgData name="William Estes" userId="a88fcdbc31b6f594" providerId="Windows Live" clId="Web-{FEC7D7DA-88DC-4329-841B-98D239E5C097}" dt="2020-09-07T21:36:03.185" v="66"/>
        <pc:sldMkLst>
          <pc:docMk/>
          <pc:sldMk cId="2451915283" sldId="313"/>
        </pc:sldMkLst>
      </pc:sldChg>
      <pc:sldChg chg="add del">
        <pc:chgData name="William Estes" userId="a88fcdbc31b6f594" providerId="Windows Live" clId="Web-{FEC7D7DA-88DC-4329-841B-98D239E5C097}" dt="2020-09-07T21:36:07.982" v="69"/>
        <pc:sldMkLst>
          <pc:docMk/>
          <pc:sldMk cId="4059676631" sldId="314"/>
        </pc:sldMkLst>
      </pc:sldChg>
    </pc:docChg>
  </pc:docChgLst>
  <pc:docChgLst>
    <pc:chgData name="William Estes" userId="a88fcdbc31b6f594" providerId="Windows Live" clId="Web-{A69060D8-467B-4A0B-B6B2-61B8BCA618CB}"/>
    <pc:docChg chg="modSld">
      <pc:chgData name="William Estes" userId="a88fcdbc31b6f594" providerId="Windows Live" clId="Web-{A69060D8-467B-4A0B-B6B2-61B8BCA618CB}" dt="2020-09-27T19:36:40.609" v="10" actId="20577"/>
      <pc:docMkLst>
        <pc:docMk/>
      </pc:docMkLst>
      <pc:sldChg chg="modSp">
        <pc:chgData name="William Estes" userId="a88fcdbc31b6f594" providerId="Windows Live" clId="Web-{A69060D8-467B-4A0B-B6B2-61B8BCA618CB}" dt="2020-09-27T19:36:37.437" v="8" actId="20577"/>
        <pc:sldMkLst>
          <pc:docMk/>
          <pc:sldMk cId="693750733" sldId="307"/>
        </pc:sldMkLst>
        <pc:spChg chg="mod">
          <ac:chgData name="William Estes" userId="a88fcdbc31b6f594" providerId="Windows Live" clId="Web-{A69060D8-467B-4A0B-B6B2-61B8BCA618CB}" dt="2020-09-27T19:36:37.437" v="8" actId="20577"/>
          <ac:spMkLst>
            <pc:docMk/>
            <pc:sldMk cId="693750733" sldId="307"/>
            <ac:spMk id="3" creationId="{1095E837-F77E-AE4D-944C-919B5D780AAA}"/>
          </ac:spMkLst>
        </pc:spChg>
        <pc:picChg chg="mod">
          <ac:chgData name="William Estes" userId="a88fcdbc31b6f594" providerId="Windows Live" clId="Web-{A69060D8-467B-4A0B-B6B2-61B8BCA618CB}" dt="2020-09-27T19:36:32.875" v="5" actId="1076"/>
          <ac:picMkLst>
            <pc:docMk/>
            <pc:sldMk cId="693750733" sldId="307"/>
            <ac:picMk id="5" creationId="{7B876757-F0B6-4D0D-B44D-8F9062593D2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0534A9-6018-2047-913D-1953A2F6D512}" type="datetimeFigureOut">
              <a:rPr lang="en-US" smtClean="0"/>
              <a:t>12/27/2021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AE8F9F-6DA5-A84A-A6AC-9F6E4BC07FF0}" type="slidenum">
              <a:rPr lang="en-US" smtClean="0"/>
              <a:t>‹#›</a:t>
            </a:fld>
            <a:endParaRPr lang="en-US"/>
          </a:p>
        </p:txBody>
      </p:sp>
    </p:spTree>
    <p:extLst>
      <p:ext uri="{BB962C8B-B14F-4D97-AF65-F5344CB8AC3E}">
        <p14:creationId xmlns:p14="http://schemas.microsoft.com/office/powerpoint/2010/main" val="3406537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B3A65DBF-A9F0-C148-993C-2303F706A4CD}" type="datetimeFigureOut">
              <a:rPr lang="en-US" smtClean="0"/>
              <a:t>12/27/2021</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1837279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A65DBF-A9F0-C148-993C-2303F706A4CD}" type="datetimeFigureOut">
              <a:rPr lang="en-US" smtClean="0"/>
              <a:t>12/27/2021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519571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A65DBF-A9F0-C148-993C-2303F706A4CD}" type="datetimeFigureOut">
              <a:rPr lang="en-US" smtClean="0"/>
              <a:t>12/27/2021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2331272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3A65DBF-A9F0-C148-993C-2303F706A4CD}" type="datetimeFigureOut">
              <a:rPr lang="en-US" smtClean="0"/>
              <a:t>12/27/2021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3620717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3A65DBF-A9F0-C148-993C-2303F706A4CD}" type="datetimeFigureOut">
              <a:rPr lang="en-US" smtClean="0"/>
              <a:t>12/27/2021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3828421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3A65DBF-A9F0-C148-993C-2303F706A4CD}" type="datetimeFigureOut">
              <a:rPr lang="en-US" smtClean="0"/>
              <a:t>12/27/2021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1013217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A65DBF-A9F0-C148-993C-2303F706A4CD}" type="datetimeFigureOut">
              <a:rPr lang="en-US" smtClean="0"/>
              <a:t>12/27/2021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25020203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A65DBF-A9F0-C148-993C-2303F706A4CD}" type="datetimeFigureOut">
              <a:rPr lang="en-US" smtClean="0"/>
              <a:t>12/27/2021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2837059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A65DBF-A9F0-C148-993C-2303F706A4CD}" type="datetimeFigureOut">
              <a:rPr lang="en-US" smtClean="0"/>
              <a:t>12/27/2021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2458234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A65DBF-A9F0-C148-993C-2303F706A4CD}" type="datetimeFigureOut">
              <a:rPr lang="en-US" smtClean="0"/>
              <a:t>12/27/2021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20204892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A65DBF-A9F0-C148-993C-2303F706A4CD}" type="datetimeFigureOut">
              <a:rPr lang="en-US" smtClean="0"/>
              <a:t>12/27/2021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3103570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A65DBF-A9F0-C148-993C-2303F706A4CD}" type="datetimeFigureOut">
              <a:rPr lang="en-US" smtClean="0"/>
              <a:t>12/27/2021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CA783B-3C34-F442-83C3-8480C4EF33D1}"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5040312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A65DBF-A9F0-C148-993C-2303F706A4CD}" type="datetimeFigureOut">
              <a:rPr lang="en-US" smtClean="0"/>
              <a:t>12/27/2021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31531560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3A65DBF-A9F0-C148-993C-2303F706A4CD}" type="datetimeFigureOut">
              <a:rPr lang="en-US" smtClean="0"/>
              <a:t>12/27/2021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35359135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3A65DBF-A9F0-C148-993C-2303F706A4CD}" type="datetimeFigureOut">
              <a:rPr lang="en-US" smtClean="0"/>
              <a:t>12/27/2021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36968449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A65DBF-A9F0-C148-993C-2303F706A4CD}" type="datetimeFigureOut">
              <a:rPr lang="en-US" smtClean="0"/>
              <a:t>12/27/2021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1459153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A65DBF-A9F0-C148-993C-2303F706A4CD}" type="datetimeFigureOut">
              <a:rPr lang="en-US" smtClean="0"/>
              <a:t>12/27/2021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4035013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3A65DBF-A9F0-C148-993C-2303F706A4CD}" type="datetimeFigureOut">
              <a:rPr lang="en-US" smtClean="0"/>
              <a:t>12/27/2021</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4CA783B-3C34-F442-83C3-8480C4EF33D1}" type="slidenum">
              <a:rPr lang="en-US" smtClean="0"/>
              <a:t>‹#›</a:t>
            </a:fld>
            <a:endParaRPr lang="en-US"/>
          </a:p>
        </p:txBody>
      </p:sp>
    </p:spTree>
    <p:extLst>
      <p:ext uri="{BB962C8B-B14F-4D97-AF65-F5344CB8AC3E}">
        <p14:creationId xmlns:p14="http://schemas.microsoft.com/office/powerpoint/2010/main" val="2632645760"/>
      </p:ext>
    </p:extLst>
  </p:cSld>
  <p:clrMap bg1="dk1" tx1="lt1" bg2="dk2" tx2="lt2" accent1="accent1" accent2="accent2" accent3="accent3" accent4="accent4" accent5="accent5" accent6="accent6" hlink="hlink" folHlink="folHlink"/>
  <p:sldLayoutIdLst>
    <p:sldLayoutId id="2147483987" r:id="rId1"/>
    <p:sldLayoutId id="2147483988" r:id="rId2"/>
    <p:sldLayoutId id="2147483989" r:id="rId3"/>
    <p:sldLayoutId id="2147483990" r:id="rId4"/>
    <p:sldLayoutId id="2147483991" r:id="rId5"/>
    <p:sldLayoutId id="2147483992" r:id="rId6"/>
    <p:sldLayoutId id="2147483993" r:id="rId7"/>
    <p:sldLayoutId id="2147483994" r:id="rId8"/>
    <p:sldLayoutId id="2147483995" r:id="rId9"/>
    <p:sldLayoutId id="2147483996" r:id="rId10"/>
    <p:sldLayoutId id="2147483997" r:id="rId11"/>
    <p:sldLayoutId id="2147483998" r:id="rId12"/>
    <p:sldLayoutId id="2147483999" r:id="rId13"/>
    <p:sldLayoutId id="2147484000" r:id="rId14"/>
    <p:sldLayoutId id="2147484001" r:id="rId15"/>
    <p:sldLayoutId id="2147484002" r:id="rId16"/>
    <p:sldLayoutId id="2147484003"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python.org/dev/peps/pep-0008/"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geeksforgeeks.org/is-python-call-by-reference-or-call-by-value/"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FCCB2-5FFC-AF47-90CA-9CC12D113DDD}"/>
              </a:ext>
            </a:extLst>
          </p:cNvPr>
          <p:cNvSpPr>
            <a:spLocks noGrp="1"/>
          </p:cNvSpPr>
          <p:nvPr>
            <p:ph type="ctrTitle"/>
          </p:nvPr>
        </p:nvSpPr>
        <p:spPr>
          <a:xfrm>
            <a:off x="6615112" y="1122363"/>
            <a:ext cx="4052887" cy="2387600"/>
          </a:xfrm>
        </p:spPr>
        <p:txBody>
          <a:bodyPr>
            <a:normAutofit/>
          </a:bodyPr>
          <a:lstStyle/>
          <a:p>
            <a:r>
              <a:rPr lang="en-US" sz="4100"/>
              <a:t>CSC 119:Intro to Programming</a:t>
            </a:r>
            <a:br>
              <a:rPr lang="en-US" sz="4100"/>
            </a:br>
            <a:r>
              <a:rPr lang="en-US" sz="4100"/>
              <a:t>Lecture 5</a:t>
            </a:r>
          </a:p>
        </p:txBody>
      </p:sp>
      <p:pic>
        <p:nvPicPr>
          <p:cNvPr id="5" name="Picture 4" descr="Computer script on a screen">
            <a:extLst>
              <a:ext uri="{FF2B5EF4-FFF2-40B4-BE49-F238E27FC236}">
                <a16:creationId xmlns:a16="http://schemas.microsoft.com/office/drawing/2014/main" id="{9AF0F44A-79A5-456C-83F2-325A1B708614}"/>
              </a:ext>
            </a:extLst>
          </p:cNvPr>
          <p:cNvPicPr>
            <a:picLocks noChangeAspect="1"/>
          </p:cNvPicPr>
          <p:nvPr/>
        </p:nvPicPr>
        <p:blipFill rotWithShape="1">
          <a:blip r:embed="rId3"/>
          <a:srcRect l="419" r="40192" b="-1"/>
          <a:stretch/>
        </p:blipFill>
        <p:spPr>
          <a:xfrm>
            <a:off x="-5597" y="10"/>
            <a:ext cx="6101597" cy="6857990"/>
          </a:xfrm>
          <a:prstGeom prst="rect">
            <a:avLst/>
          </a:prstGeom>
        </p:spPr>
      </p:pic>
    </p:spTree>
    <p:extLst>
      <p:ext uri="{BB962C8B-B14F-4D97-AF65-F5344CB8AC3E}">
        <p14:creationId xmlns:p14="http://schemas.microsoft.com/office/powerpoint/2010/main" val="1945136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CBF7-69F7-7B44-ABCE-F80D6130EA7B}"/>
              </a:ext>
            </a:extLst>
          </p:cNvPr>
          <p:cNvSpPr>
            <a:spLocks noGrp="1"/>
          </p:cNvSpPr>
          <p:nvPr>
            <p:ph type="title"/>
          </p:nvPr>
        </p:nvSpPr>
        <p:spPr>
          <a:xfrm>
            <a:off x="1143000" y="153192"/>
            <a:ext cx="10515600" cy="1325563"/>
          </a:xfrm>
        </p:spPr>
        <p:txBody>
          <a:bodyPr/>
          <a:lstStyle/>
          <a:p>
            <a:r>
              <a:rPr lang="en-US"/>
              <a:t>Last Week</a:t>
            </a:r>
          </a:p>
        </p:txBody>
      </p:sp>
      <p:sp>
        <p:nvSpPr>
          <p:cNvPr id="3" name="Content Placeholder 2">
            <a:extLst>
              <a:ext uri="{FF2B5EF4-FFF2-40B4-BE49-F238E27FC236}">
                <a16:creationId xmlns:a16="http://schemas.microsoft.com/office/drawing/2014/main" id="{1095E837-F77E-AE4D-944C-919B5D780AAA}"/>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a:t>Looping</a:t>
            </a:r>
            <a:endParaRPr lang="en-US" dirty="0"/>
          </a:p>
        </p:txBody>
      </p:sp>
    </p:spTree>
    <p:extLst>
      <p:ext uri="{BB962C8B-B14F-4D97-AF65-F5344CB8AC3E}">
        <p14:creationId xmlns:p14="http://schemas.microsoft.com/office/powerpoint/2010/main" val="830997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CBF7-69F7-7B44-ABCE-F80D6130EA7B}"/>
              </a:ext>
            </a:extLst>
          </p:cNvPr>
          <p:cNvSpPr>
            <a:spLocks noGrp="1"/>
          </p:cNvSpPr>
          <p:nvPr>
            <p:ph type="title"/>
          </p:nvPr>
        </p:nvSpPr>
        <p:spPr>
          <a:xfrm>
            <a:off x="1143000" y="153192"/>
            <a:ext cx="10515600" cy="1325563"/>
          </a:xfrm>
        </p:spPr>
        <p:txBody>
          <a:bodyPr/>
          <a:lstStyle/>
          <a:p>
            <a:r>
              <a:rPr lang="en-US"/>
              <a:t>Review</a:t>
            </a:r>
          </a:p>
        </p:txBody>
      </p:sp>
      <p:sp>
        <p:nvSpPr>
          <p:cNvPr id="3" name="Content Placeholder 2">
            <a:extLst>
              <a:ext uri="{FF2B5EF4-FFF2-40B4-BE49-F238E27FC236}">
                <a16:creationId xmlns:a16="http://schemas.microsoft.com/office/drawing/2014/main" id="{1095E837-F77E-AE4D-944C-919B5D780AAA}"/>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dirty="0"/>
              <a:t>Repetition Structures</a:t>
            </a:r>
          </a:p>
          <a:p>
            <a:pPr lvl="1"/>
            <a:r>
              <a:rPr lang="en-US" dirty="0"/>
              <a:t>What is a condition controlled loop? </a:t>
            </a:r>
          </a:p>
          <a:p>
            <a:pPr lvl="2"/>
            <a:r>
              <a:rPr lang="en-US" dirty="0">
                <a:ea typeface="+mn-lt"/>
                <a:cs typeface="+mn-lt"/>
              </a:rPr>
              <a:t>Uses a true/false condition to control the number of times that it repeats</a:t>
            </a:r>
            <a:endParaRPr lang="en-US" dirty="0"/>
          </a:p>
          <a:p>
            <a:pPr lvl="1"/>
            <a:r>
              <a:rPr lang="en-US" dirty="0"/>
              <a:t>What is a count controlled loop?</a:t>
            </a:r>
          </a:p>
          <a:p>
            <a:pPr lvl="2"/>
            <a:r>
              <a:rPr lang="en-US" dirty="0">
                <a:ea typeface="+mn-lt"/>
                <a:cs typeface="+mn-lt"/>
              </a:rPr>
              <a:t>Repeats a specific number of times</a:t>
            </a:r>
          </a:p>
          <a:p>
            <a:pPr lvl="1"/>
            <a:r>
              <a:rPr lang="en-US" dirty="0"/>
              <a:t>Last week we covered 'for' loops and 'while' loops</a:t>
            </a:r>
          </a:p>
          <a:p>
            <a:pPr lvl="2"/>
            <a:r>
              <a:rPr lang="en-US" dirty="0"/>
              <a:t>Both are pre-test loops, so the conditions are checked before iterating</a:t>
            </a:r>
          </a:p>
          <a:p>
            <a:pPr lvl="1"/>
            <a:r>
              <a:rPr lang="en-US" dirty="0"/>
              <a:t>Your reading introduced you to the 'do while' and 'do until' loops. </a:t>
            </a:r>
          </a:p>
          <a:p>
            <a:pPr lvl="2"/>
            <a:r>
              <a:rPr lang="en-US" dirty="0"/>
              <a:t>Both are Post-test loops, meaning it's run at least once before the condition is checked</a:t>
            </a:r>
          </a:p>
          <a:p>
            <a:pPr lvl="2"/>
            <a:r>
              <a:rPr lang="en-US" dirty="0"/>
              <a:t>These don’t exist in Python</a:t>
            </a:r>
          </a:p>
        </p:txBody>
      </p:sp>
      <p:sp>
        <p:nvSpPr>
          <p:cNvPr id="4" name="Rectangle 3">
            <a:extLst>
              <a:ext uri="{FF2B5EF4-FFF2-40B4-BE49-F238E27FC236}">
                <a16:creationId xmlns:a16="http://schemas.microsoft.com/office/drawing/2014/main" id="{40026688-A060-4EF5-B36A-259E9B28F9A1}"/>
              </a:ext>
            </a:extLst>
          </p:cNvPr>
          <p:cNvSpPr/>
          <p:nvPr/>
        </p:nvSpPr>
        <p:spPr>
          <a:xfrm>
            <a:off x="2046997" y="2381389"/>
            <a:ext cx="7266877" cy="3371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1F6B9E0-AE3B-C845-9389-29AACE9394E0}"/>
              </a:ext>
            </a:extLst>
          </p:cNvPr>
          <p:cNvSpPr/>
          <p:nvPr/>
        </p:nvSpPr>
        <p:spPr>
          <a:xfrm>
            <a:off x="1920249" y="3284023"/>
            <a:ext cx="7266877" cy="3371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9471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CBF7-69F7-7B44-ABCE-F80D6130EA7B}"/>
              </a:ext>
            </a:extLst>
          </p:cNvPr>
          <p:cNvSpPr>
            <a:spLocks noGrp="1"/>
          </p:cNvSpPr>
          <p:nvPr>
            <p:ph type="title"/>
          </p:nvPr>
        </p:nvSpPr>
        <p:spPr>
          <a:xfrm>
            <a:off x="1143000" y="153192"/>
            <a:ext cx="10515600" cy="1325563"/>
          </a:xfrm>
        </p:spPr>
        <p:txBody>
          <a:bodyPr/>
          <a:lstStyle/>
          <a:p>
            <a:r>
              <a:rPr lang="en-US"/>
              <a:t>Review</a:t>
            </a:r>
          </a:p>
        </p:txBody>
      </p:sp>
      <p:sp>
        <p:nvSpPr>
          <p:cNvPr id="3" name="Content Placeholder 2">
            <a:extLst>
              <a:ext uri="{FF2B5EF4-FFF2-40B4-BE49-F238E27FC236}">
                <a16:creationId xmlns:a16="http://schemas.microsoft.com/office/drawing/2014/main" id="{1095E837-F77E-AE4D-944C-919B5D780AAA}"/>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a:t>Repetition Structures</a:t>
            </a:r>
          </a:p>
          <a:p>
            <a:pPr lvl="1"/>
            <a:r>
              <a:rPr lang="en-US"/>
              <a:t>For loops – count controlled loops</a:t>
            </a:r>
          </a:p>
          <a:p>
            <a:pPr lvl="1"/>
            <a:r>
              <a:rPr lang="en-US"/>
              <a:t>Typically performs three actions: </a:t>
            </a:r>
          </a:p>
          <a:p>
            <a:pPr lvl="2"/>
            <a:r>
              <a:rPr lang="en-US"/>
              <a:t>Initialize – Declare a counter variable; what it's declared as is dependent on the situation</a:t>
            </a:r>
          </a:p>
          <a:p>
            <a:pPr lvl="2"/>
            <a:r>
              <a:rPr lang="en-US"/>
              <a:t>Test – Compare the counter to the max/min value. Break loop if meets condition</a:t>
            </a:r>
          </a:p>
          <a:p>
            <a:pPr lvl="2"/>
            <a:r>
              <a:rPr lang="en-US"/>
              <a:t>Increment – Increase value of counter during each iteration</a:t>
            </a:r>
          </a:p>
          <a:p>
            <a:pPr lvl="1"/>
            <a:r>
              <a:rPr lang="en-US"/>
              <a:t>Sentinel</a:t>
            </a:r>
          </a:p>
          <a:p>
            <a:pPr lvl="2"/>
            <a:r>
              <a:rPr lang="en-US">
                <a:ea typeface="+mn-lt"/>
                <a:cs typeface="+mn-lt"/>
              </a:rPr>
              <a:t>A sentinel is a special value that marks the end of a list of values</a:t>
            </a:r>
          </a:p>
          <a:p>
            <a:pPr lvl="3"/>
            <a:r>
              <a:rPr lang="en-US"/>
              <a:t>Ex: Tell the user to enter a 0 when they are done entering values</a:t>
            </a:r>
          </a:p>
        </p:txBody>
      </p:sp>
      <p:sp>
        <p:nvSpPr>
          <p:cNvPr id="4" name="Rectangle 3">
            <a:extLst>
              <a:ext uri="{FF2B5EF4-FFF2-40B4-BE49-F238E27FC236}">
                <a16:creationId xmlns:a16="http://schemas.microsoft.com/office/drawing/2014/main" id="{F4739955-29A2-42C3-AB46-432484DA59E9}"/>
              </a:ext>
            </a:extLst>
          </p:cNvPr>
          <p:cNvSpPr/>
          <p:nvPr/>
        </p:nvSpPr>
        <p:spPr>
          <a:xfrm>
            <a:off x="2345428" y="4427722"/>
            <a:ext cx="5965901" cy="7341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5592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CBF7-69F7-7B44-ABCE-F80D6130EA7B}"/>
              </a:ext>
            </a:extLst>
          </p:cNvPr>
          <p:cNvSpPr>
            <a:spLocks noGrp="1"/>
          </p:cNvSpPr>
          <p:nvPr>
            <p:ph type="title"/>
          </p:nvPr>
        </p:nvSpPr>
        <p:spPr>
          <a:xfrm>
            <a:off x="1143000" y="153192"/>
            <a:ext cx="10515600" cy="1325563"/>
          </a:xfrm>
        </p:spPr>
        <p:txBody>
          <a:bodyPr/>
          <a:lstStyle/>
          <a:p>
            <a:r>
              <a:rPr lang="en-US"/>
              <a:t>Review</a:t>
            </a:r>
          </a:p>
        </p:txBody>
      </p:sp>
      <p:sp>
        <p:nvSpPr>
          <p:cNvPr id="3" name="Content Placeholder 2">
            <a:extLst>
              <a:ext uri="{FF2B5EF4-FFF2-40B4-BE49-F238E27FC236}">
                <a16:creationId xmlns:a16="http://schemas.microsoft.com/office/drawing/2014/main" id="{1095E837-F77E-AE4D-944C-919B5D780AAA}"/>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a:t>Repetition Structures</a:t>
            </a:r>
          </a:p>
          <a:p>
            <a:pPr lvl="1"/>
            <a:r>
              <a:rPr lang="en-US"/>
              <a:t>Nested loops – A loop inside another loop</a:t>
            </a:r>
          </a:p>
        </p:txBody>
      </p:sp>
      <p:pic>
        <p:nvPicPr>
          <p:cNvPr id="4" name="Picture 4" descr="A picture containing monitor, screen, room&#10;&#10;Description automatically generated">
            <a:extLst>
              <a:ext uri="{FF2B5EF4-FFF2-40B4-BE49-F238E27FC236}">
                <a16:creationId xmlns:a16="http://schemas.microsoft.com/office/drawing/2014/main" id="{DD5C9594-04F0-40A9-8986-17C053F8DE9F}"/>
              </a:ext>
            </a:extLst>
          </p:cNvPr>
          <p:cNvPicPr>
            <a:picLocks noChangeAspect="1"/>
          </p:cNvPicPr>
          <p:nvPr/>
        </p:nvPicPr>
        <p:blipFill>
          <a:blip r:embed="rId2"/>
          <a:stretch>
            <a:fillRect/>
          </a:stretch>
        </p:blipFill>
        <p:spPr>
          <a:xfrm>
            <a:off x="3483707" y="2514966"/>
            <a:ext cx="5234353" cy="3733067"/>
          </a:xfrm>
          <a:prstGeom prst="rect">
            <a:avLst/>
          </a:prstGeom>
        </p:spPr>
      </p:pic>
    </p:spTree>
    <p:extLst>
      <p:ext uri="{BB962C8B-B14F-4D97-AF65-F5344CB8AC3E}">
        <p14:creationId xmlns:p14="http://schemas.microsoft.com/office/powerpoint/2010/main" val="26692087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CBF7-69F7-7B44-ABCE-F80D6130EA7B}"/>
              </a:ext>
            </a:extLst>
          </p:cNvPr>
          <p:cNvSpPr>
            <a:spLocks noGrp="1"/>
          </p:cNvSpPr>
          <p:nvPr>
            <p:ph type="title"/>
          </p:nvPr>
        </p:nvSpPr>
        <p:spPr>
          <a:xfrm>
            <a:off x="1143000" y="153192"/>
            <a:ext cx="10515600" cy="1325563"/>
          </a:xfrm>
        </p:spPr>
        <p:txBody>
          <a:bodyPr/>
          <a:lstStyle/>
          <a:p>
            <a:r>
              <a:rPr lang="en-US"/>
              <a:t>Let's Jump in</a:t>
            </a:r>
            <a:r>
              <a:rPr lang="en-US">
                <a:ea typeface="+mj-lt"/>
                <a:cs typeface="+mj-lt"/>
              </a:rPr>
              <a:t> - FUNCTIONS</a:t>
            </a:r>
            <a:endParaRPr lang="en-US"/>
          </a:p>
        </p:txBody>
      </p:sp>
      <p:sp>
        <p:nvSpPr>
          <p:cNvPr id="3" name="Content Placeholder 2">
            <a:extLst>
              <a:ext uri="{FF2B5EF4-FFF2-40B4-BE49-F238E27FC236}">
                <a16:creationId xmlns:a16="http://schemas.microsoft.com/office/drawing/2014/main" id="{1095E837-F77E-AE4D-944C-919B5D780AAA}"/>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dirty="0"/>
              <a:t>Functions</a:t>
            </a:r>
          </a:p>
          <a:p>
            <a:pPr lvl="1"/>
            <a:r>
              <a:rPr lang="en-US" dirty="0"/>
              <a:t>Are modules that return a value back to the program that </a:t>
            </a:r>
            <a:r>
              <a:rPr lang="en-US"/>
              <a:t>called it</a:t>
            </a:r>
          </a:p>
          <a:p>
            <a:pPr lvl="1"/>
            <a:r>
              <a:rPr lang="en-US"/>
              <a:t>The term “modules” is what the book called functions that don’t return a value – going forward, we’ll just call everything a “function” or “method”</a:t>
            </a:r>
            <a:endParaRPr lang="en-US" dirty="0"/>
          </a:p>
          <a:p>
            <a:pPr lvl="1"/>
            <a:endParaRPr lang="en-US" dirty="0"/>
          </a:p>
          <a:p>
            <a:pPr lvl="1" indent="-342900"/>
            <a:endParaRPr lang="en-US" dirty="0"/>
          </a:p>
          <a:p>
            <a:pPr lvl="1" indent="-342900"/>
            <a:endParaRPr lang="en-US" dirty="0"/>
          </a:p>
          <a:p>
            <a:endParaRPr lang="en-US" dirty="0"/>
          </a:p>
        </p:txBody>
      </p:sp>
      <p:pic>
        <p:nvPicPr>
          <p:cNvPr id="5" name="Picture 5" descr="A close up of a sign&#10;&#10;Description automatically generated">
            <a:extLst>
              <a:ext uri="{FF2B5EF4-FFF2-40B4-BE49-F238E27FC236}">
                <a16:creationId xmlns:a16="http://schemas.microsoft.com/office/drawing/2014/main" id="{7B876757-F0B6-4D0D-B44D-8F9062593D2B}"/>
              </a:ext>
            </a:extLst>
          </p:cNvPr>
          <p:cNvPicPr>
            <a:picLocks noChangeAspect="1"/>
          </p:cNvPicPr>
          <p:nvPr/>
        </p:nvPicPr>
        <p:blipFill>
          <a:blip r:embed="rId2"/>
          <a:stretch>
            <a:fillRect/>
          </a:stretch>
        </p:blipFill>
        <p:spPr>
          <a:xfrm>
            <a:off x="533399" y="3429000"/>
            <a:ext cx="11349681" cy="1547734"/>
          </a:xfrm>
          <a:prstGeom prst="rect">
            <a:avLst/>
          </a:prstGeom>
        </p:spPr>
      </p:pic>
      <p:sp>
        <p:nvSpPr>
          <p:cNvPr id="4" name="TextBox 3">
            <a:extLst>
              <a:ext uri="{FF2B5EF4-FFF2-40B4-BE49-F238E27FC236}">
                <a16:creationId xmlns:a16="http://schemas.microsoft.com/office/drawing/2014/main" id="{53F6EB71-ED2B-4944-9732-63A4358887CC}"/>
              </a:ext>
            </a:extLst>
          </p:cNvPr>
          <p:cNvSpPr txBox="1"/>
          <p:nvPr/>
        </p:nvSpPr>
        <p:spPr>
          <a:xfrm>
            <a:off x="1143000" y="5077342"/>
            <a:ext cx="10515600" cy="923330"/>
          </a:xfrm>
          <a:prstGeom prst="rect">
            <a:avLst/>
          </a:prstGeom>
          <a:noFill/>
        </p:spPr>
        <p:txBody>
          <a:bodyPr wrap="square" rtlCol="0">
            <a:spAutoFit/>
          </a:bodyPr>
          <a:lstStyle/>
          <a:p>
            <a:pPr marL="285750" indent="-285750">
              <a:buFont typeface="Arial" panose="020B0604020202020204" pitchFamily="34" charset="0"/>
              <a:buChar char="•"/>
            </a:pPr>
            <a:r>
              <a:rPr lang="en-US"/>
              <a:t>Notice here in the return statement there is a new way to format strings</a:t>
            </a:r>
          </a:p>
          <a:p>
            <a:pPr marL="742950" lvl="1" indent="-285750">
              <a:buFont typeface="Arial" panose="020B0604020202020204" pitchFamily="34" charset="0"/>
              <a:buChar char="•"/>
            </a:pPr>
            <a:r>
              <a:rPr lang="en-US"/>
              <a:t>Adding the f before the start of the string allows us to use bracket notation to insert variables into strings</a:t>
            </a:r>
          </a:p>
          <a:p>
            <a:pPr marL="742950" lvl="1" indent="-285750">
              <a:buFont typeface="Arial" panose="020B0604020202020204" pitchFamily="34" charset="0"/>
              <a:buChar char="•"/>
            </a:pPr>
            <a:r>
              <a:rPr lang="en-US"/>
              <a:t>Another example: </a:t>
            </a:r>
            <a:r>
              <a:rPr lang="en-US">
                <a:highlight>
                  <a:srgbClr val="000000"/>
                </a:highlight>
                <a:latin typeface="Courier New" panose="02070309020205020404" pitchFamily="49" charset="0"/>
                <a:cs typeface="Courier New" panose="02070309020205020404" pitchFamily="49" charset="0"/>
              </a:rPr>
              <a:t>print(f‘Hello to you {user_name}.’)</a:t>
            </a:r>
          </a:p>
        </p:txBody>
      </p:sp>
    </p:spTree>
    <p:extLst>
      <p:ext uri="{BB962C8B-B14F-4D97-AF65-F5344CB8AC3E}">
        <p14:creationId xmlns:p14="http://schemas.microsoft.com/office/powerpoint/2010/main" val="693750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CBF7-69F7-7B44-ABCE-F80D6130EA7B}"/>
              </a:ext>
            </a:extLst>
          </p:cNvPr>
          <p:cNvSpPr>
            <a:spLocks noGrp="1"/>
          </p:cNvSpPr>
          <p:nvPr>
            <p:ph type="title"/>
          </p:nvPr>
        </p:nvSpPr>
        <p:spPr>
          <a:xfrm>
            <a:off x="1143000" y="153192"/>
            <a:ext cx="10515600" cy="1325563"/>
          </a:xfrm>
        </p:spPr>
        <p:txBody>
          <a:bodyPr/>
          <a:lstStyle/>
          <a:p>
            <a:r>
              <a:rPr lang="en-US"/>
              <a:t>Let's Jump in</a:t>
            </a:r>
            <a:r>
              <a:rPr lang="en-US">
                <a:ea typeface="+mj-lt"/>
                <a:cs typeface="+mj-lt"/>
              </a:rPr>
              <a:t> - FUNCTIONS</a:t>
            </a:r>
            <a:endParaRPr lang="en-US"/>
          </a:p>
        </p:txBody>
      </p:sp>
      <p:sp>
        <p:nvSpPr>
          <p:cNvPr id="3" name="Content Placeholder 2">
            <a:extLst>
              <a:ext uri="{FF2B5EF4-FFF2-40B4-BE49-F238E27FC236}">
                <a16:creationId xmlns:a16="http://schemas.microsoft.com/office/drawing/2014/main" id="{1095E837-F77E-AE4D-944C-919B5D780AAA}"/>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dirty="0"/>
              <a:t>Function Names (for Python from PEP 8)</a:t>
            </a:r>
          </a:p>
          <a:p>
            <a:pPr lvl="1"/>
            <a:r>
              <a:rPr lang="en-US" dirty="0"/>
              <a:t>Function </a:t>
            </a:r>
            <a:r>
              <a:rPr lang="en-US" dirty="0">
                <a:ea typeface="+mn-lt"/>
                <a:cs typeface="+mn-lt"/>
              </a:rPr>
              <a:t>names should be lowercase, with words separated by underscores as necessary to improve readability.</a:t>
            </a:r>
            <a:endParaRPr lang="en-US" dirty="0"/>
          </a:p>
          <a:p>
            <a:pPr lvl="1"/>
            <a:r>
              <a:rPr lang="en-US" dirty="0">
                <a:ea typeface="+mn-lt"/>
                <a:cs typeface="+mn-lt"/>
              </a:rPr>
              <a:t>Variable names follow the same convention as function names.</a:t>
            </a:r>
            <a:endParaRPr lang="en-US" dirty="0"/>
          </a:p>
          <a:p>
            <a:pPr lvl="1"/>
            <a:r>
              <a:rPr lang="en-US" dirty="0" err="1">
                <a:ea typeface="+mn-lt"/>
                <a:cs typeface="+mn-lt"/>
              </a:rPr>
              <a:t>mixedCase</a:t>
            </a:r>
            <a:r>
              <a:rPr lang="en-US" dirty="0">
                <a:ea typeface="+mn-lt"/>
                <a:cs typeface="+mn-lt"/>
              </a:rPr>
              <a:t> is allowed only in contexts where that's already the prevailing style (e.g. </a:t>
            </a:r>
            <a:r>
              <a:rPr lang="en-US" dirty="0" err="1">
                <a:ea typeface="+mn-lt"/>
                <a:cs typeface="+mn-lt"/>
              </a:rPr>
              <a:t>threading.py</a:t>
            </a:r>
            <a:r>
              <a:rPr lang="en-US" dirty="0">
                <a:ea typeface="+mn-lt"/>
                <a:cs typeface="+mn-lt"/>
              </a:rPr>
              <a:t>), to retain backwards compatibility.</a:t>
            </a:r>
            <a:endParaRPr lang="en-US" dirty="0"/>
          </a:p>
          <a:p>
            <a:pPr lvl="1"/>
            <a:r>
              <a:rPr lang="en-US" dirty="0"/>
              <a:t>Examples:</a:t>
            </a:r>
          </a:p>
          <a:p>
            <a:pPr lvl="2"/>
            <a:r>
              <a:rPr lang="en-US" dirty="0" err="1"/>
              <a:t>print_check</a:t>
            </a:r>
            <a:r>
              <a:rPr lang="en-US" dirty="0"/>
              <a:t>()</a:t>
            </a:r>
          </a:p>
          <a:p>
            <a:pPr lvl="2"/>
            <a:r>
              <a:rPr lang="en-US" dirty="0" err="1"/>
              <a:t>calculate_total</a:t>
            </a:r>
            <a:r>
              <a:rPr lang="en-US" dirty="0"/>
              <a:t>()</a:t>
            </a:r>
          </a:p>
          <a:p>
            <a:pPr lvl="1"/>
            <a:r>
              <a:rPr lang="en-US" dirty="0">
                <a:hlinkClick r:id="rId2"/>
              </a:rPr>
              <a:t>PEP 8 - Style Guide</a:t>
            </a:r>
            <a:endParaRPr lang="en-US" dirty="0"/>
          </a:p>
          <a:p>
            <a:pPr lvl="1" indent="-342900"/>
            <a:endParaRPr lang="en-US" dirty="0"/>
          </a:p>
          <a:p>
            <a:pPr lvl="1" indent="-342900"/>
            <a:endParaRPr lang="en-US" dirty="0"/>
          </a:p>
          <a:p>
            <a:endParaRPr lang="en-US" dirty="0"/>
          </a:p>
        </p:txBody>
      </p:sp>
    </p:spTree>
    <p:extLst>
      <p:ext uri="{BB962C8B-B14F-4D97-AF65-F5344CB8AC3E}">
        <p14:creationId xmlns:p14="http://schemas.microsoft.com/office/powerpoint/2010/main" val="1361839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CBF7-69F7-7B44-ABCE-F80D6130EA7B}"/>
              </a:ext>
            </a:extLst>
          </p:cNvPr>
          <p:cNvSpPr>
            <a:spLocks noGrp="1"/>
          </p:cNvSpPr>
          <p:nvPr>
            <p:ph type="title"/>
          </p:nvPr>
        </p:nvSpPr>
        <p:spPr>
          <a:xfrm>
            <a:off x="1143000" y="153192"/>
            <a:ext cx="10515600" cy="1325563"/>
          </a:xfrm>
        </p:spPr>
        <p:txBody>
          <a:bodyPr/>
          <a:lstStyle/>
          <a:p>
            <a:r>
              <a:rPr lang="en-US">
                <a:ea typeface="+mj-lt"/>
                <a:cs typeface="+mj-lt"/>
              </a:rPr>
              <a:t>LET'S JUMP IN - Functions</a:t>
            </a:r>
          </a:p>
        </p:txBody>
      </p:sp>
      <p:sp>
        <p:nvSpPr>
          <p:cNvPr id="3" name="Content Placeholder 2">
            <a:extLst>
              <a:ext uri="{FF2B5EF4-FFF2-40B4-BE49-F238E27FC236}">
                <a16:creationId xmlns:a16="http://schemas.microsoft.com/office/drawing/2014/main" id="{1095E837-F77E-AE4D-944C-919B5D780AAA}"/>
              </a:ext>
            </a:extLst>
          </p:cNvPr>
          <p:cNvSpPr>
            <a:spLocks noGrp="1"/>
          </p:cNvSpPr>
          <p:nvPr>
            <p:ph idx="1"/>
          </p:nvPr>
        </p:nvSpPr>
        <p:spPr>
          <a:xfrm>
            <a:off x="1143000" y="1487381"/>
            <a:ext cx="10515600" cy="1136549"/>
          </a:xfrm>
        </p:spPr>
        <p:txBody>
          <a:bodyPr vert="horz" lIns="91440" tIns="45720" rIns="91440" bIns="45720" rtlCol="0" anchor="t">
            <a:normAutofit/>
          </a:bodyPr>
          <a:lstStyle/>
          <a:p>
            <a:r>
              <a:rPr lang="en-US" dirty="0">
                <a:ea typeface="+mn-lt"/>
                <a:cs typeface="+mn-lt"/>
              </a:rPr>
              <a:t>Functions</a:t>
            </a:r>
          </a:p>
          <a:p>
            <a:pPr lvl="1"/>
            <a:r>
              <a:rPr lang="en-US" dirty="0"/>
              <a:t>Positional Arguments – when arguments are passed in order to match parameters</a:t>
            </a:r>
          </a:p>
          <a:p>
            <a:pPr lvl="1"/>
            <a:endParaRPr lang="en-US" dirty="0"/>
          </a:p>
          <a:p>
            <a:pPr lvl="1"/>
            <a:endParaRPr lang="en-US" dirty="0"/>
          </a:p>
          <a:p>
            <a:pPr lvl="1"/>
            <a:endParaRPr lang="en-US" dirty="0"/>
          </a:p>
          <a:p>
            <a:pPr lvl="1"/>
            <a:endParaRPr lang="en-US" dirty="0"/>
          </a:p>
          <a:p>
            <a:pPr lvl="1"/>
            <a:endParaRPr lang="en-US" dirty="0"/>
          </a:p>
        </p:txBody>
      </p:sp>
      <p:pic>
        <p:nvPicPr>
          <p:cNvPr id="4" name="Picture 5" descr="A close up of a sign&#10;&#10;Description automatically generated">
            <a:extLst>
              <a:ext uri="{FF2B5EF4-FFF2-40B4-BE49-F238E27FC236}">
                <a16:creationId xmlns:a16="http://schemas.microsoft.com/office/drawing/2014/main" id="{4AFADB21-C062-47A9-B22F-5E518B4C9902}"/>
              </a:ext>
            </a:extLst>
          </p:cNvPr>
          <p:cNvPicPr>
            <a:picLocks noChangeAspect="1"/>
          </p:cNvPicPr>
          <p:nvPr/>
        </p:nvPicPr>
        <p:blipFill>
          <a:blip r:embed="rId2"/>
          <a:stretch>
            <a:fillRect/>
          </a:stretch>
        </p:blipFill>
        <p:spPr>
          <a:xfrm>
            <a:off x="3727691" y="2687426"/>
            <a:ext cx="4736617" cy="1483148"/>
          </a:xfrm>
          <a:prstGeom prst="rect">
            <a:avLst/>
          </a:prstGeom>
        </p:spPr>
      </p:pic>
      <p:sp>
        <p:nvSpPr>
          <p:cNvPr id="5" name="Content Placeholder 2">
            <a:extLst>
              <a:ext uri="{FF2B5EF4-FFF2-40B4-BE49-F238E27FC236}">
                <a16:creationId xmlns:a16="http://schemas.microsoft.com/office/drawing/2014/main" id="{4BC40645-9261-4439-9EE7-213A86A0805F}"/>
              </a:ext>
            </a:extLst>
          </p:cNvPr>
          <p:cNvSpPr txBox="1">
            <a:spLocks/>
          </p:cNvSpPr>
          <p:nvPr/>
        </p:nvSpPr>
        <p:spPr>
          <a:xfrm>
            <a:off x="1143000" y="4234070"/>
            <a:ext cx="10515600" cy="1427259"/>
          </a:xfrm>
          <a:prstGeom prst="rect">
            <a:avLst/>
          </a:prstGeom>
        </p:spPr>
        <p:txBody>
          <a:bodyPr vert="horz" lIns="91440" tIns="45720" rIns="91440" bIns="45720" rtlCol="0" anchor="t">
            <a:normAutofit fontScale="85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US">
                <a:ea typeface="+mn-lt"/>
                <a:cs typeface="+mn-lt"/>
              </a:rPr>
              <a:t>In the above example</a:t>
            </a:r>
          </a:p>
          <a:p>
            <a:pPr lvl="1"/>
            <a:r>
              <a:rPr lang="en-US">
                <a:ea typeface="+mn-lt"/>
                <a:cs typeface="+mn-lt"/>
              </a:rPr>
              <a:t>Value 1 maps to the parameter x because it’s the first parameter in the function definition</a:t>
            </a:r>
          </a:p>
          <a:p>
            <a:pPr lvl="1"/>
            <a:r>
              <a:rPr lang="en-US">
                <a:ea typeface="+mn-lt"/>
                <a:cs typeface="+mn-lt"/>
              </a:rPr>
              <a:t>Value 2 maps to the parameter y because it’s the second parameter in the function definition</a:t>
            </a:r>
          </a:p>
          <a:p>
            <a:pPr lvl="1"/>
            <a:r>
              <a:rPr lang="en-US">
                <a:ea typeface="+mn-lt"/>
                <a:cs typeface="+mn-lt"/>
              </a:rPr>
              <a:t>The output would be 3 since we’re immediately printing the return value of add_numbers</a:t>
            </a:r>
            <a:endParaRPr lang="en-US"/>
          </a:p>
          <a:p>
            <a:pPr lvl="1"/>
            <a:endParaRPr lang="en-US" dirty="0"/>
          </a:p>
        </p:txBody>
      </p:sp>
    </p:spTree>
    <p:extLst>
      <p:ext uri="{BB962C8B-B14F-4D97-AF65-F5344CB8AC3E}">
        <p14:creationId xmlns:p14="http://schemas.microsoft.com/office/powerpoint/2010/main" val="4080448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CBF7-69F7-7B44-ABCE-F80D6130EA7B}"/>
              </a:ext>
            </a:extLst>
          </p:cNvPr>
          <p:cNvSpPr>
            <a:spLocks noGrp="1"/>
          </p:cNvSpPr>
          <p:nvPr>
            <p:ph type="title"/>
          </p:nvPr>
        </p:nvSpPr>
        <p:spPr>
          <a:xfrm>
            <a:off x="1143000" y="153192"/>
            <a:ext cx="10515600" cy="1325563"/>
          </a:xfrm>
        </p:spPr>
        <p:txBody>
          <a:bodyPr/>
          <a:lstStyle/>
          <a:p>
            <a:r>
              <a:rPr lang="en-US">
                <a:ea typeface="+mj-lt"/>
                <a:cs typeface="+mj-lt"/>
              </a:rPr>
              <a:t>LET'S JUMP IN - FUNCTIONS</a:t>
            </a:r>
            <a:endParaRPr lang="en-US"/>
          </a:p>
        </p:txBody>
      </p:sp>
      <p:sp>
        <p:nvSpPr>
          <p:cNvPr id="3" name="Content Placeholder 2">
            <a:extLst>
              <a:ext uri="{FF2B5EF4-FFF2-40B4-BE49-F238E27FC236}">
                <a16:creationId xmlns:a16="http://schemas.microsoft.com/office/drawing/2014/main" id="{1095E837-F77E-AE4D-944C-919B5D780AAA}"/>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a:ea typeface="+mn-lt"/>
                <a:cs typeface="+mn-lt"/>
              </a:rPr>
              <a:t>Functions</a:t>
            </a:r>
          </a:p>
          <a:p>
            <a:pPr lvl="1"/>
            <a:r>
              <a:rPr lang="en-US"/>
              <a:t>Keyword Arguments – when arguments are passed as a name-value pair that match the names of the parameters</a:t>
            </a:r>
          </a:p>
          <a:p>
            <a:pPr lvl="1"/>
            <a:endParaRPr lang="en-US"/>
          </a:p>
          <a:p>
            <a:pPr lvl="1"/>
            <a:endParaRPr lang="en-US"/>
          </a:p>
          <a:p>
            <a:pPr lvl="1"/>
            <a:endParaRPr lang="en-US"/>
          </a:p>
          <a:p>
            <a:pPr lvl="1"/>
            <a:endParaRPr lang="en-US"/>
          </a:p>
          <a:p>
            <a:pPr lvl="1"/>
            <a:endParaRPr lang="en-US"/>
          </a:p>
          <a:p>
            <a:pPr lvl="1"/>
            <a:endParaRPr lang="en-US"/>
          </a:p>
        </p:txBody>
      </p:sp>
      <p:pic>
        <p:nvPicPr>
          <p:cNvPr id="5" name="Picture 5" descr="A screenshot of a cell phone&#10;&#10;Description automatically generated">
            <a:extLst>
              <a:ext uri="{FF2B5EF4-FFF2-40B4-BE49-F238E27FC236}">
                <a16:creationId xmlns:a16="http://schemas.microsoft.com/office/drawing/2014/main" id="{1CEBAAA2-4F52-4A36-B85B-C574968B91ED}"/>
              </a:ext>
            </a:extLst>
          </p:cNvPr>
          <p:cNvPicPr>
            <a:picLocks noChangeAspect="1"/>
          </p:cNvPicPr>
          <p:nvPr/>
        </p:nvPicPr>
        <p:blipFill>
          <a:blip r:embed="rId2"/>
          <a:stretch>
            <a:fillRect/>
          </a:stretch>
        </p:blipFill>
        <p:spPr>
          <a:xfrm>
            <a:off x="961839" y="3313281"/>
            <a:ext cx="4823254" cy="1809949"/>
          </a:xfrm>
          <a:prstGeom prst="rect">
            <a:avLst/>
          </a:prstGeom>
        </p:spPr>
      </p:pic>
      <p:pic>
        <p:nvPicPr>
          <p:cNvPr id="6" name="Picture 6" descr="A screenshot of a cell phone&#10;&#10;Description automatically generated">
            <a:extLst>
              <a:ext uri="{FF2B5EF4-FFF2-40B4-BE49-F238E27FC236}">
                <a16:creationId xmlns:a16="http://schemas.microsoft.com/office/drawing/2014/main" id="{DEFE1ECF-92DA-45E3-9C6E-420CD690B79C}"/>
              </a:ext>
            </a:extLst>
          </p:cNvPr>
          <p:cNvPicPr>
            <a:picLocks noChangeAspect="1"/>
          </p:cNvPicPr>
          <p:nvPr/>
        </p:nvPicPr>
        <p:blipFill rotWithShape="1">
          <a:blip r:embed="rId3"/>
          <a:srcRect t="10734" r="215" b="381"/>
          <a:stretch/>
        </p:blipFill>
        <p:spPr>
          <a:xfrm>
            <a:off x="6332481" y="3312836"/>
            <a:ext cx="5399917" cy="1810394"/>
          </a:xfrm>
          <a:prstGeom prst="rect">
            <a:avLst/>
          </a:prstGeom>
        </p:spPr>
      </p:pic>
    </p:spTree>
    <p:extLst>
      <p:ext uri="{BB962C8B-B14F-4D97-AF65-F5344CB8AC3E}">
        <p14:creationId xmlns:p14="http://schemas.microsoft.com/office/powerpoint/2010/main" val="4150258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CBF7-69F7-7B44-ABCE-F80D6130EA7B}"/>
              </a:ext>
            </a:extLst>
          </p:cNvPr>
          <p:cNvSpPr>
            <a:spLocks noGrp="1"/>
          </p:cNvSpPr>
          <p:nvPr>
            <p:ph type="title"/>
          </p:nvPr>
        </p:nvSpPr>
        <p:spPr>
          <a:xfrm>
            <a:off x="1143000" y="153192"/>
            <a:ext cx="10515600" cy="1325563"/>
          </a:xfrm>
        </p:spPr>
        <p:txBody>
          <a:bodyPr/>
          <a:lstStyle/>
          <a:p>
            <a:r>
              <a:rPr lang="en-US">
                <a:ea typeface="+mj-lt"/>
                <a:cs typeface="+mj-lt"/>
              </a:rPr>
              <a:t>LET'S JUMP IN - FUNCTIONS</a:t>
            </a:r>
          </a:p>
        </p:txBody>
      </p:sp>
      <p:sp>
        <p:nvSpPr>
          <p:cNvPr id="3" name="Content Placeholder 2">
            <a:extLst>
              <a:ext uri="{FF2B5EF4-FFF2-40B4-BE49-F238E27FC236}">
                <a16:creationId xmlns:a16="http://schemas.microsoft.com/office/drawing/2014/main" id="{1095E837-F77E-AE4D-944C-919B5D780AAA}"/>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dirty="0">
                <a:ea typeface="+mn-lt"/>
                <a:cs typeface="+mn-lt"/>
              </a:rPr>
              <a:t>Functions</a:t>
            </a:r>
          </a:p>
          <a:p>
            <a:pPr lvl="1"/>
            <a:r>
              <a:rPr lang="en-US" dirty="0"/>
              <a:t>Default Values – when an argument is omitted, this will become the value of that parameter</a:t>
            </a:r>
          </a:p>
          <a:p>
            <a:pPr lvl="2"/>
            <a:r>
              <a:rPr lang="en-US" dirty="0"/>
              <a:t>When you use default values, any parameter with a default needs to be listed after all the parameters that don't have default values. Otherwise, positional arguments will have trouble being interpreted and cause a syntax error.</a:t>
            </a:r>
          </a:p>
          <a:p>
            <a:pPr lvl="1"/>
            <a:endParaRPr lang="en-US"/>
          </a:p>
          <a:p>
            <a:pPr lvl="1"/>
            <a:endParaRPr lang="en-US"/>
          </a:p>
          <a:p>
            <a:pPr lvl="1"/>
            <a:endParaRPr lang="en-US"/>
          </a:p>
          <a:p>
            <a:pPr lvl="1"/>
            <a:endParaRPr lang="en-US"/>
          </a:p>
          <a:p>
            <a:pPr lvl="1"/>
            <a:endParaRPr lang="en-US"/>
          </a:p>
          <a:p>
            <a:pPr lvl="1"/>
            <a:endParaRPr lang="en-US"/>
          </a:p>
          <a:p>
            <a:pPr lvl="1"/>
            <a:endParaRPr lang="en-US"/>
          </a:p>
        </p:txBody>
      </p:sp>
      <p:pic>
        <p:nvPicPr>
          <p:cNvPr id="4" name="Picture 6" descr="A screenshot of a cell phone&#10;&#10;Description automatically generated">
            <a:extLst>
              <a:ext uri="{FF2B5EF4-FFF2-40B4-BE49-F238E27FC236}">
                <a16:creationId xmlns:a16="http://schemas.microsoft.com/office/drawing/2014/main" id="{2A384FC0-9CBF-49F7-8AA2-D40FE6AA7BDF}"/>
              </a:ext>
            </a:extLst>
          </p:cNvPr>
          <p:cNvPicPr>
            <a:picLocks noChangeAspect="1"/>
          </p:cNvPicPr>
          <p:nvPr/>
        </p:nvPicPr>
        <p:blipFill>
          <a:blip r:embed="rId2"/>
          <a:stretch>
            <a:fillRect/>
          </a:stretch>
        </p:blipFill>
        <p:spPr>
          <a:xfrm>
            <a:off x="3613322" y="3654424"/>
            <a:ext cx="5574956" cy="1926776"/>
          </a:xfrm>
          <a:prstGeom prst="rect">
            <a:avLst/>
          </a:prstGeom>
        </p:spPr>
      </p:pic>
    </p:spTree>
    <p:extLst>
      <p:ext uri="{BB962C8B-B14F-4D97-AF65-F5344CB8AC3E}">
        <p14:creationId xmlns:p14="http://schemas.microsoft.com/office/powerpoint/2010/main" val="29309646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CBF7-69F7-7B44-ABCE-F80D6130EA7B}"/>
              </a:ext>
            </a:extLst>
          </p:cNvPr>
          <p:cNvSpPr>
            <a:spLocks noGrp="1"/>
          </p:cNvSpPr>
          <p:nvPr>
            <p:ph type="title"/>
          </p:nvPr>
        </p:nvSpPr>
        <p:spPr>
          <a:xfrm>
            <a:off x="1143000" y="153192"/>
            <a:ext cx="10515600" cy="1325563"/>
          </a:xfrm>
        </p:spPr>
        <p:txBody>
          <a:bodyPr/>
          <a:lstStyle/>
          <a:p>
            <a:r>
              <a:rPr lang="en-US">
                <a:ea typeface="+mj-lt"/>
                <a:cs typeface="+mj-lt"/>
              </a:rPr>
              <a:t>LET'S JUMP IN - FUNCTIONS</a:t>
            </a:r>
          </a:p>
        </p:txBody>
      </p:sp>
      <p:sp>
        <p:nvSpPr>
          <p:cNvPr id="3" name="Content Placeholder 2">
            <a:extLst>
              <a:ext uri="{FF2B5EF4-FFF2-40B4-BE49-F238E27FC236}">
                <a16:creationId xmlns:a16="http://schemas.microsoft.com/office/drawing/2014/main" id="{1095E837-F77E-AE4D-944C-919B5D780AAA}"/>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a:ea typeface="+mn-lt"/>
                <a:cs typeface="+mn-lt"/>
              </a:rPr>
              <a:t>Functions</a:t>
            </a:r>
          </a:p>
          <a:p>
            <a:pPr lvl="1"/>
            <a:r>
              <a:rPr lang="en-US"/>
              <a:t>Default Values</a:t>
            </a:r>
          </a:p>
          <a:p>
            <a:pPr lvl="2"/>
            <a:r>
              <a:rPr lang="en-US"/>
              <a:t>Useful for making optional parameters</a:t>
            </a:r>
          </a:p>
          <a:p>
            <a:pPr lvl="2"/>
            <a:endParaRPr lang="en-US"/>
          </a:p>
          <a:p>
            <a:pPr lvl="1"/>
            <a:endParaRPr lang="en-US"/>
          </a:p>
          <a:p>
            <a:pPr lvl="1"/>
            <a:endParaRPr lang="en-US"/>
          </a:p>
          <a:p>
            <a:pPr lvl="1"/>
            <a:endParaRPr lang="en-US"/>
          </a:p>
          <a:p>
            <a:pPr lvl="1"/>
            <a:endParaRPr lang="en-US"/>
          </a:p>
          <a:p>
            <a:pPr lvl="1"/>
            <a:endParaRPr lang="en-US"/>
          </a:p>
        </p:txBody>
      </p:sp>
      <p:pic>
        <p:nvPicPr>
          <p:cNvPr id="4" name="Picture 4" descr="A screenshot of text&#10;&#10;Description automatically generated">
            <a:extLst>
              <a:ext uri="{FF2B5EF4-FFF2-40B4-BE49-F238E27FC236}">
                <a16:creationId xmlns:a16="http://schemas.microsoft.com/office/drawing/2014/main" id="{A5C0521A-9313-444E-8750-AF0B90B63E5C}"/>
              </a:ext>
            </a:extLst>
          </p:cNvPr>
          <p:cNvPicPr>
            <a:picLocks noChangeAspect="1"/>
          </p:cNvPicPr>
          <p:nvPr/>
        </p:nvPicPr>
        <p:blipFill>
          <a:blip r:embed="rId2"/>
          <a:stretch>
            <a:fillRect/>
          </a:stretch>
        </p:blipFill>
        <p:spPr>
          <a:xfrm>
            <a:off x="3603024" y="2814191"/>
            <a:ext cx="5595551" cy="3890617"/>
          </a:xfrm>
          <a:prstGeom prst="rect">
            <a:avLst/>
          </a:prstGeom>
        </p:spPr>
      </p:pic>
    </p:spTree>
    <p:extLst>
      <p:ext uri="{BB962C8B-B14F-4D97-AF65-F5344CB8AC3E}">
        <p14:creationId xmlns:p14="http://schemas.microsoft.com/office/powerpoint/2010/main" val="2986202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9D0F1-31A8-934B-8486-B9D3C52E0A02}"/>
              </a:ext>
            </a:extLst>
          </p:cNvPr>
          <p:cNvSpPr>
            <a:spLocks noGrp="1"/>
          </p:cNvSpPr>
          <p:nvPr>
            <p:ph type="title"/>
          </p:nvPr>
        </p:nvSpPr>
        <p:spPr>
          <a:xfrm>
            <a:off x="2231136" y="292339"/>
            <a:ext cx="7729728" cy="1188720"/>
          </a:xfrm>
        </p:spPr>
        <p:txBody>
          <a:bodyPr/>
          <a:lstStyle/>
          <a:p>
            <a:r>
              <a:rPr lang="en-US"/>
              <a:t>Paired Programming</a:t>
            </a:r>
          </a:p>
        </p:txBody>
      </p:sp>
      <p:sp>
        <p:nvSpPr>
          <p:cNvPr id="4" name="Content Placeholder 2">
            <a:extLst>
              <a:ext uri="{FF2B5EF4-FFF2-40B4-BE49-F238E27FC236}">
                <a16:creationId xmlns:a16="http://schemas.microsoft.com/office/drawing/2014/main" id="{5C0E649D-E3FD-41FB-BA87-37C62725C740}"/>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a:t>Tasks</a:t>
            </a:r>
            <a:endParaRPr lang="en-US" dirty="0"/>
          </a:p>
          <a:p>
            <a:pPr marL="571500" lvl="1" indent="-342900">
              <a:buAutoNum type="arabicPeriod"/>
            </a:pPr>
            <a:r>
              <a:rPr lang="en-US" dirty="0"/>
              <a:t>Write a function called </a:t>
            </a:r>
            <a:r>
              <a:rPr lang="en-US" dirty="0" err="1"/>
              <a:t>make_shirt</a:t>
            </a:r>
            <a:r>
              <a:rPr lang="en-US" dirty="0"/>
              <a:t>() that accepts a size and the text of a message that should be printed on a shirt. The function should print a sentence summarizing the size of the shirt and the message printed on it</a:t>
            </a:r>
          </a:p>
          <a:p>
            <a:pPr marL="800100" lvl="2">
              <a:buAutoNum type="arabicPeriod"/>
            </a:pPr>
            <a:r>
              <a:rPr lang="en-US" dirty="0"/>
              <a:t>Call the function once using positional </a:t>
            </a:r>
            <a:r>
              <a:rPr lang="en-US" dirty="0" err="1"/>
              <a:t>args</a:t>
            </a:r>
            <a:endParaRPr lang="en-US" dirty="0"/>
          </a:p>
          <a:p>
            <a:pPr marL="800100" lvl="2">
              <a:buAutoNum type="arabicPeriod"/>
            </a:pPr>
            <a:r>
              <a:rPr lang="en-US" dirty="0"/>
              <a:t>Call the function again using keyword </a:t>
            </a:r>
            <a:r>
              <a:rPr lang="en-US" dirty="0" err="1"/>
              <a:t>args</a:t>
            </a:r>
            <a:endParaRPr lang="en-US" dirty="0"/>
          </a:p>
          <a:p>
            <a:pPr marL="571500" lvl="1" indent="-342900">
              <a:buAutoNum type="arabicPeriod"/>
            </a:pPr>
            <a:r>
              <a:rPr lang="en-US" dirty="0"/>
              <a:t>Write a function called </a:t>
            </a:r>
            <a:r>
              <a:rPr lang="en-US" dirty="0" err="1"/>
              <a:t>describe_city</a:t>
            </a:r>
            <a:r>
              <a:rPr lang="en-US" dirty="0"/>
              <a:t>() that accepts the name of a city and its country. The function should print a simple sentence such as 'Boston is in USA.' </a:t>
            </a:r>
          </a:p>
          <a:p>
            <a:pPr marL="800100" lvl="2">
              <a:buAutoNum type="arabicPeriod"/>
            </a:pPr>
            <a:r>
              <a:rPr lang="en-US" dirty="0"/>
              <a:t>Give the parameter for the country a default value</a:t>
            </a:r>
          </a:p>
          <a:p>
            <a:pPr marL="800100" lvl="2">
              <a:buAutoNum type="arabicPeriod"/>
            </a:pPr>
            <a:r>
              <a:rPr lang="en-US" dirty="0"/>
              <a:t>Call your function for three different cities, at least one of which is not in the default country</a:t>
            </a:r>
          </a:p>
        </p:txBody>
      </p:sp>
    </p:spTree>
    <p:extLst>
      <p:ext uri="{BB962C8B-B14F-4D97-AF65-F5344CB8AC3E}">
        <p14:creationId xmlns:p14="http://schemas.microsoft.com/office/powerpoint/2010/main" val="583861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CBF7-69F7-7B44-ABCE-F80D6130EA7B}"/>
              </a:ext>
            </a:extLst>
          </p:cNvPr>
          <p:cNvSpPr>
            <a:spLocks noGrp="1"/>
          </p:cNvSpPr>
          <p:nvPr>
            <p:ph type="title"/>
          </p:nvPr>
        </p:nvSpPr>
        <p:spPr>
          <a:xfrm>
            <a:off x="1143000" y="153192"/>
            <a:ext cx="10515600" cy="1325563"/>
          </a:xfrm>
        </p:spPr>
        <p:txBody>
          <a:bodyPr/>
          <a:lstStyle/>
          <a:p>
            <a:r>
              <a:rPr lang="en-US">
                <a:ea typeface="+mj-lt"/>
                <a:cs typeface="+mj-lt"/>
              </a:rPr>
              <a:t>LET'S JUMP IN - FUNCTIONS</a:t>
            </a:r>
          </a:p>
        </p:txBody>
      </p:sp>
      <p:sp>
        <p:nvSpPr>
          <p:cNvPr id="3" name="Content Placeholder 2">
            <a:extLst>
              <a:ext uri="{FF2B5EF4-FFF2-40B4-BE49-F238E27FC236}">
                <a16:creationId xmlns:a16="http://schemas.microsoft.com/office/drawing/2014/main" id="{1095E837-F77E-AE4D-944C-919B5D780AAA}"/>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a:ea typeface="+mn-lt"/>
                <a:cs typeface="+mn-lt"/>
              </a:rPr>
              <a:t>Functions</a:t>
            </a:r>
          </a:p>
          <a:p>
            <a:pPr lvl="2"/>
            <a:r>
              <a:rPr lang="en-US"/>
              <a:t>Combining ideas: Looping</a:t>
            </a:r>
          </a:p>
          <a:p>
            <a:pPr lvl="2"/>
            <a:endParaRPr lang="en-US"/>
          </a:p>
          <a:p>
            <a:pPr lvl="1"/>
            <a:endParaRPr lang="en-US"/>
          </a:p>
          <a:p>
            <a:pPr lvl="1"/>
            <a:endParaRPr lang="en-US"/>
          </a:p>
          <a:p>
            <a:pPr lvl="1"/>
            <a:endParaRPr lang="en-US"/>
          </a:p>
          <a:p>
            <a:pPr lvl="1"/>
            <a:endParaRPr lang="en-US"/>
          </a:p>
          <a:p>
            <a:pPr lvl="1"/>
            <a:endParaRPr lang="en-US"/>
          </a:p>
        </p:txBody>
      </p:sp>
      <p:pic>
        <p:nvPicPr>
          <p:cNvPr id="5" name="Picture 5" descr="A screenshot of a cell phone&#10;&#10;Description automatically generated">
            <a:extLst>
              <a:ext uri="{FF2B5EF4-FFF2-40B4-BE49-F238E27FC236}">
                <a16:creationId xmlns:a16="http://schemas.microsoft.com/office/drawing/2014/main" id="{6751D6AE-9DE2-4F14-BF80-72C6AD489C50}"/>
              </a:ext>
            </a:extLst>
          </p:cNvPr>
          <p:cNvPicPr>
            <a:picLocks noChangeAspect="1"/>
          </p:cNvPicPr>
          <p:nvPr/>
        </p:nvPicPr>
        <p:blipFill>
          <a:blip r:embed="rId2"/>
          <a:stretch>
            <a:fillRect/>
          </a:stretch>
        </p:blipFill>
        <p:spPr>
          <a:xfrm>
            <a:off x="264266" y="2466019"/>
            <a:ext cx="5750010" cy="3862894"/>
          </a:xfrm>
          <a:prstGeom prst="rect">
            <a:avLst/>
          </a:prstGeom>
        </p:spPr>
      </p:pic>
      <p:pic>
        <p:nvPicPr>
          <p:cNvPr id="6" name="Picture 6" descr="A screenshot of a cell phone&#10;&#10;Description automatically generated">
            <a:extLst>
              <a:ext uri="{FF2B5EF4-FFF2-40B4-BE49-F238E27FC236}">
                <a16:creationId xmlns:a16="http://schemas.microsoft.com/office/drawing/2014/main" id="{6718C726-2A28-4C6E-9EB9-21441BE42D6A}"/>
              </a:ext>
            </a:extLst>
          </p:cNvPr>
          <p:cNvPicPr>
            <a:picLocks noChangeAspect="1"/>
          </p:cNvPicPr>
          <p:nvPr/>
        </p:nvPicPr>
        <p:blipFill>
          <a:blip r:embed="rId3"/>
          <a:stretch>
            <a:fillRect/>
          </a:stretch>
        </p:blipFill>
        <p:spPr>
          <a:xfrm>
            <a:off x="6260918" y="2465040"/>
            <a:ext cx="5338118" cy="3863873"/>
          </a:xfrm>
          <a:prstGeom prst="rect">
            <a:avLst/>
          </a:prstGeom>
        </p:spPr>
      </p:pic>
    </p:spTree>
    <p:extLst>
      <p:ext uri="{BB962C8B-B14F-4D97-AF65-F5344CB8AC3E}">
        <p14:creationId xmlns:p14="http://schemas.microsoft.com/office/powerpoint/2010/main" val="2515487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CBF7-69F7-7B44-ABCE-F80D6130EA7B}"/>
              </a:ext>
            </a:extLst>
          </p:cNvPr>
          <p:cNvSpPr>
            <a:spLocks noGrp="1"/>
          </p:cNvSpPr>
          <p:nvPr>
            <p:ph type="title"/>
          </p:nvPr>
        </p:nvSpPr>
        <p:spPr>
          <a:xfrm>
            <a:off x="1143000" y="153192"/>
            <a:ext cx="10515600" cy="1325563"/>
          </a:xfrm>
        </p:spPr>
        <p:txBody>
          <a:bodyPr/>
          <a:lstStyle/>
          <a:p>
            <a:r>
              <a:rPr lang="en-US">
                <a:ea typeface="+mj-lt"/>
                <a:cs typeface="+mj-lt"/>
              </a:rPr>
              <a:t>LET'S JUMP IN - FUNCTIONS</a:t>
            </a:r>
          </a:p>
        </p:txBody>
      </p:sp>
      <p:sp>
        <p:nvSpPr>
          <p:cNvPr id="3" name="Content Placeholder 2">
            <a:extLst>
              <a:ext uri="{FF2B5EF4-FFF2-40B4-BE49-F238E27FC236}">
                <a16:creationId xmlns:a16="http://schemas.microsoft.com/office/drawing/2014/main" id="{1095E837-F77E-AE4D-944C-919B5D780AAA}"/>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a:ea typeface="+mn-lt"/>
                <a:cs typeface="+mn-lt"/>
              </a:rPr>
              <a:t>Python Quirks and "Good to Knows"</a:t>
            </a:r>
          </a:p>
          <a:p>
            <a:pPr lvl="1"/>
            <a:r>
              <a:rPr lang="en-US"/>
              <a:t>* </a:t>
            </a:r>
            <a:r>
              <a:rPr lang="en-US" err="1"/>
              <a:t>args</a:t>
            </a:r>
            <a:r>
              <a:rPr lang="en-US"/>
              <a:t>– used when unknown number of arguments passed</a:t>
            </a:r>
          </a:p>
          <a:p>
            <a:pPr lvl="1"/>
            <a:r>
              <a:rPr lang="en-US"/>
              <a:t>The asterisk tells Python to 'pack' values into a tuple</a:t>
            </a:r>
          </a:p>
          <a:p>
            <a:pPr lvl="2"/>
            <a:r>
              <a:rPr lang="en-US"/>
              <a:t>Even if only 1 arg passed, it's still a tuple</a:t>
            </a:r>
          </a:p>
          <a:p>
            <a:pPr lvl="2"/>
            <a:r>
              <a:rPr lang="en-US"/>
              <a:t>Must be after the other types of parameters</a:t>
            </a:r>
          </a:p>
          <a:p>
            <a:pPr lvl="2"/>
            <a:r>
              <a:rPr lang="en-US"/>
              <a:t>*args cannot be used as keyword (*args=…) argument</a:t>
            </a:r>
          </a:p>
          <a:p>
            <a:pPr lvl="2"/>
            <a:endParaRPr lang="en-US"/>
          </a:p>
        </p:txBody>
      </p:sp>
      <p:pic>
        <p:nvPicPr>
          <p:cNvPr id="5" name="Picture 5" descr="A screenshot of a cell phone&#10;&#10;Description automatically generated">
            <a:extLst>
              <a:ext uri="{FF2B5EF4-FFF2-40B4-BE49-F238E27FC236}">
                <a16:creationId xmlns:a16="http://schemas.microsoft.com/office/drawing/2014/main" id="{3978EFC9-22F4-43EA-941F-95906CDF7E8E}"/>
              </a:ext>
            </a:extLst>
          </p:cNvPr>
          <p:cNvPicPr>
            <a:picLocks noChangeAspect="1"/>
          </p:cNvPicPr>
          <p:nvPr/>
        </p:nvPicPr>
        <p:blipFill>
          <a:blip r:embed="rId2"/>
          <a:stretch>
            <a:fillRect/>
          </a:stretch>
        </p:blipFill>
        <p:spPr>
          <a:xfrm>
            <a:off x="7806582" y="2021845"/>
            <a:ext cx="3649883" cy="3988528"/>
          </a:xfrm>
          <a:prstGeom prst="rect">
            <a:avLst/>
          </a:prstGeom>
        </p:spPr>
      </p:pic>
    </p:spTree>
    <p:extLst>
      <p:ext uri="{BB962C8B-B14F-4D97-AF65-F5344CB8AC3E}">
        <p14:creationId xmlns:p14="http://schemas.microsoft.com/office/powerpoint/2010/main" val="2389922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CBF7-69F7-7B44-ABCE-F80D6130EA7B}"/>
              </a:ext>
            </a:extLst>
          </p:cNvPr>
          <p:cNvSpPr>
            <a:spLocks noGrp="1"/>
          </p:cNvSpPr>
          <p:nvPr>
            <p:ph type="title"/>
          </p:nvPr>
        </p:nvSpPr>
        <p:spPr>
          <a:xfrm>
            <a:off x="1143000" y="153192"/>
            <a:ext cx="10515600" cy="1325563"/>
          </a:xfrm>
        </p:spPr>
        <p:txBody>
          <a:bodyPr/>
          <a:lstStyle/>
          <a:p>
            <a:r>
              <a:rPr lang="en-US">
                <a:ea typeface="+mj-lt"/>
                <a:cs typeface="+mj-lt"/>
              </a:rPr>
              <a:t>LET'S JUMP IN - FUNCTIONS</a:t>
            </a:r>
          </a:p>
        </p:txBody>
      </p:sp>
      <p:sp>
        <p:nvSpPr>
          <p:cNvPr id="3" name="Content Placeholder 2">
            <a:extLst>
              <a:ext uri="{FF2B5EF4-FFF2-40B4-BE49-F238E27FC236}">
                <a16:creationId xmlns:a16="http://schemas.microsoft.com/office/drawing/2014/main" id="{1095E837-F77E-AE4D-944C-919B5D780AAA}"/>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a:ea typeface="+mn-lt"/>
                <a:cs typeface="+mn-lt"/>
              </a:rPr>
              <a:t>Python Quirks and "Good to Knows"</a:t>
            </a:r>
          </a:p>
          <a:p>
            <a:pPr lvl="1"/>
            <a:r>
              <a:rPr lang="en-US"/>
              <a:t>**</a:t>
            </a:r>
            <a:r>
              <a:rPr lang="en-US" err="1"/>
              <a:t>kwargs</a:t>
            </a:r>
            <a:r>
              <a:rPr lang="en-US"/>
              <a:t>– used when unknown number of named arguments passed (dictionary entries)</a:t>
            </a:r>
          </a:p>
          <a:p>
            <a:pPr lvl="1"/>
            <a:r>
              <a:rPr lang="en-US"/>
              <a:t>Other variable types and *args must come before **</a:t>
            </a:r>
            <a:r>
              <a:rPr lang="en-US" err="1"/>
              <a:t>kwargs</a:t>
            </a:r>
            <a:r>
              <a:rPr lang="en-US"/>
              <a:t> in the parameters</a:t>
            </a:r>
          </a:p>
          <a:p>
            <a:pPr lvl="1"/>
            <a:endParaRPr lang="en-US"/>
          </a:p>
        </p:txBody>
      </p:sp>
      <p:pic>
        <p:nvPicPr>
          <p:cNvPr id="5" name="Picture 5" descr="A screen shot of a social media post&#10;&#10;Description automatically generated">
            <a:extLst>
              <a:ext uri="{FF2B5EF4-FFF2-40B4-BE49-F238E27FC236}">
                <a16:creationId xmlns:a16="http://schemas.microsoft.com/office/drawing/2014/main" id="{41359385-A685-4069-A606-E5DD53ED2F48}"/>
              </a:ext>
            </a:extLst>
          </p:cNvPr>
          <p:cNvPicPr>
            <a:picLocks noChangeAspect="1"/>
          </p:cNvPicPr>
          <p:nvPr/>
        </p:nvPicPr>
        <p:blipFill>
          <a:blip r:embed="rId2"/>
          <a:stretch>
            <a:fillRect/>
          </a:stretch>
        </p:blipFill>
        <p:spPr>
          <a:xfrm>
            <a:off x="4251754" y="3036630"/>
            <a:ext cx="4298091" cy="3070489"/>
          </a:xfrm>
          <a:prstGeom prst="rect">
            <a:avLst/>
          </a:prstGeom>
        </p:spPr>
      </p:pic>
    </p:spTree>
    <p:extLst>
      <p:ext uri="{BB962C8B-B14F-4D97-AF65-F5344CB8AC3E}">
        <p14:creationId xmlns:p14="http://schemas.microsoft.com/office/powerpoint/2010/main" val="4113558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CBF7-69F7-7B44-ABCE-F80D6130EA7B}"/>
              </a:ext>
            </a:extLst>
          </p:cNvPr>
          <p:cNvSpPr>
            <a:spLocks noGrp="1"/>
          </p:cNvSpPr>
          <p:nvPr>
            <p:ph type="title"/>
          </p:nvPr>
        </p:nvSpPr>
        <p:spPr>
          <a:xfrm>
            <a:off x="1143000" y="153192"/>
            <a:ext cx="10515600" cy="1325563"/>
          </a:xfrm>
        </p:spPr>
        <p:txBody>
          <a:bodyPr/>
          <a:lstStyle/>
          <a:p>
            <a:r>
              <a:rPr lang="en-US">
                <a:ea typeface="+mj-lt"/>
                <a:cs typeface="+mj-lt"/>
              </a:rPr>
              <a:t>LET'S JUMP IN - FUNCTIONS</a:t>
            </a:r>
            <a:endParaRPr lang="en-US"/>
          </a:p>
        </p:txBody>
      </p:sp>
      <p:sp>
        <p:nvSpPr>
          <p:cNvPr id="3" name="Content Placeholder 2">
            <a:extLst>
              <a:ext uri="{FF2B5EF4-FFF2-40B4-BE49-F238E27FC236}">
                <a16:creationId xmlns:a16="http://schemas.microsoft.com/office/drawing/2014/main" id="{1095E837-F77E-AE4D-944C-919B5D780AAA}"/>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a:ea typeface="+mn-lt"/>
                <a:cs typeface="+mn-lt"/>
              </a:rPr>
              <a:t>Python Quirks and "Good to Knows"</a:t>
            </a:r>
          </a:p>
          <a:p>
            <a:pPr lvl="1"/>
            <a:r>
              <a:rPr lang="en-US"/>
              <a:t>Changes to a parameter do not affect the argument for primitive data types</a:t>
            </a:r>
          </a:p>
        </p:txBody>
      </p:sp>
      <p:pic>
        <p:nvPicPr>
          <p:cNvPr id="8" name="Picture 7">
            <a:extLst>
              <a:ext uri="{FF2B5EF4-FFF2-40B4-BE49-F238E27FC236}">
                <a16:creationId xmlns:a16="http://schemas.microsoft.com/office/drawing/2014/main" id="{DA994002-D075-4BAD-8A91-CA2D91D98374}"/>
              </a:ext>
            </a:extLst>
          </p:cNvPr>
          <p:cNvPicPr>
            <a:picLocks noChangeAspect="1"/>
          </p:cNvPicPr>
          <p:nvPr/>
        </p:nvPicPr>
        <p:blipFill>
          <a:blip r:embed="rId2"/>
          <a:stretch>
            <a:fillRect/>
          </a:stretch>
        </p:blipFill>
        <p:spPr>
          <a:xfrm>
            <a:off x="3390900" y="2705432"/>
            <a:ext cx="5410200" cy="2466975"/>
          </a:xfrm>
          <a:prstGeom prst="rect">
            <a:avLst/>
          </a:prstGeom>
        </p:spPr>
      </p:pic>
    </p:spTree>
    <p:extLst>
      <p:ext uri="{BB962C8B-B14F-4D97-AF65-F5344CB8AC3E}">
        <p14:creationId xmlns:p14="http://schemas.microsoft.com/office/powerpoint/2010/main" val="871545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CBF7-69F7-7B44-ABCE-F80D6130EA7B}"/>
              </a:ext>
            </a:extLst>
          </p:cNvPr>
          <p:cNvSpPr>
            <a:spLocks noGrp="1"/>
          </p:cNvSpPr>
          <p:nvPr>
            <p:ph type="title"/>
          </p:nvPr>
        </p:nvSpPr>
        <p:spPr>
          <a:xfrm>
            <a:off x="1143000" y="153192"/>
            <a:ext cx="10515600" cy="1325563"/>
          </a:xfrm>
        </p:spPr>
        <p:txBody>
          <a:bodyPr/>
          <a:lstStyle/>
          <a:p>
            <a:r>
              <a:rPr lang="en-US">
                <a:ea typeface="+mj-lt"/>
                <a:cs typeface="+mj-lt"/>
              </a:rPr>
              <a:t>LET'S JUMP IN - FUNCTIONS</a:t>
            </a:r>
            <a:endParaRPr lang="en-US"/>
          </a:p>
        </p:txBody>
      </p:sp>
      <p:sp>
        <p:nvSpPr>
          <p:cNvPr id="3" name="Content Placeholder 2">
            <a:extLst>
              <a:ext uri="{FF2B5EF4-FFF2-40B4-BE49-F238E27FC236}">
                <a16:creationId xmlns:a16="http://schemas.microsoft.com/office/drawing/2014/main" id="{1095E837-F77E-AE4D-944C-919B5D780AAA}"/>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a:ea typeface="+mn-lt"/>
                <a:cs typeface="+mn-lt"/>
              </a:rPr>
              <a:t>Python Quirks and "Good to Knows"</a:t>
            </a:r>
          </a:p>
          <a:p>
            <a:pPr lvl="1"/>
            <a:r>
              <a:rPr lang="en-US"/>
              <a:t>Changes to a parameter will affect the argument for </a:t>
            </a:r>
            <a:r>
              <a:rPr lang="en-US" err="1"/>
              <a:t>non primitive</a:t>
            </a:r>
            <a:r>
              <a:rPr lang="en-US"/>
              <a:t> (complex) data types (mutable) (excluding tuple)</a:t>
            </a:r>
          </a:p>
        </p:txBody>
      </p:sp>
      <p:pic>
        <p:nvPicPr>
          <p:cNvPr id="7" name="Picture 6">
            <a:extLst>
              <a:ext uri="{FF2B5EF4-FFF2-40B4-BE49-F238E27FC236}">
                <a16:creationId xmlns:a16="http://schemas.microsoft.com/office/drawing/2014/main" id="{67385E9D-6718-429F-9FEB-7B541B7A3E5F}"/>
              </a:ext>
            </a:extLst>
          </p:cNvPr>
          <p:cNvPicPr>
            <a:picLocks noChangeAspect="1"/>
          </p:cNvPicPr>
          <p:nvPr/>
        </p:nvPicPr>
        <p:blipFill>
          <a:blip r:embed="rId2"/>
          <a:stretch>
            <a:fillRect/>
          </a:stretch>
        </p:blipFill>
        <p:spPr>
          <a:xfrm>
            <a:off x="365548" y="3429000"/>
            <a:ext cx="5492044" cy="2034357"/>
          </a:xfrm>
          <a:prstGeom prst="rect">
            <a:avLst/>
          </a:prstGeom>
        </p:spPr>
      </p:pic>
      <p:pic>
        <p:nvPicPr>
          <p:cNvPr id="9" name="Picture 8">
            <a:extLst>
              <a:ext uri="{FF2B5EF4-FFF2-40B4-BE49-F238E27FC236}">
                <a16:creationId xmlns:a16="http://schemas.microsoft.com/office/drawing/2014/main" id="{2625CD0A-0B8A-4F9B-87C4-3D48AF3E841A}"/>
              </a:ext>
            </a:extLst>
          </p:cNvPr>
          <p:cNvPicPr>
            <a:picLocks noChangeAspect="1"/>
          </p:cNvPicPr>
          <p:nvPr/>
        </p:nvPicPr>
        <p:blipFill>
          <a:blip r:embed="rId3"/>
          <a:stretch>
            <a:fillRect/>
          </a:stretch>
        </p:blipFill>
        <p:spPr>
          <a:xfrm>
            <a:off x="6380725" y="3429000"/>
            <a:ext cx="4899894" cy="2060353"/>
          </a:xfrm>
          <a:prstGeom prst="rect">
            <a:avLst/>
          </a:prstGeom>
        </p:spPr>
      </p:pic>
    </p:spTree>
    <p:extLst>
      <p:ext uri="{BB962C8B-B14F-4D97-AF65-F5344CB8AC3E}">
        <p14:creationId xmlns:p14="http://schemas.microsoft.com/office/powerpoint/2010/main" val="2844835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CBF7-69F7-7B44-ABCE-F80D6130EA7B}"/>
              </a:ext>
            </a:extLst>
          </p:cNvPr>
          <p:cNvSpPr>
            <a:spLocks noGrp="1"/>
          </p:cNvSpPr>
          <p:nvPr>
            <p:ph type="title"/>
          </p:nvPr>
        </p:nvSpPr>
        <p:spPr>
          <a:xfrm>
            <a:off x="1143000" y="153192"/>
            <a:ext cx="10515600" cy="1325563"/>
          </a:xfrm>
        </p:spPr>
        <p:txBody>
          <a:bodyPr/>
          <a:lstStyle/>
          <a:p>
            <a:r>
              <a:rPr lang="en-US">
                <a:ea typeface="+mj-lt"/>
                <a:cs typeface="+mj-lt"/>
              </a:rPr>
              <a:t>LET'S JUMP IN - FUNCTIONS</a:t>
            </a:r>
            <a:endParaRPr lang="en-US"/>
          </a:p>
        </p:txBody>
      </p:sp>
      <p:sp>
        <p:nvSpPr>
          <p:cNvPr id="3" name="Content Placeholder 2">
            <a:extLst>
              <a:ext uri="{FF2B5EF4-FFF2-40B4-BE49-F238E27FC236}">
                <a16:creationId xmlns:a16="http://schemas.microsoft.com/office/drawing/2014/main" id="{1095E837-F77E-AE4D-944C-919B5D780AAA}"/>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dirty="0">
                <a:ea typeface="+mn-lt"/>
                <a:cs typeface="+mn-lt"/>
              </a:rPr>
              <a:t>Python Quirks and "Good to Knows"</a:t>
            </a:r>
          </a:p>
          <a:p>
            <a:pPr lvl="1"/>
            <a:r>
              <a:rPr lang="en-US"/>
              <a:t>This </a:t>
            </a:r>
            <a:r>
              <a:rPr lang="en-US" dirty="0"/>
              <a:t>brings up a good interview question!</a:t>
            </a:r>
          </a:p>
          <a:p>
            <a:pPr lvl="2"/>
            <a:r>
              <a:rPr lang="en-US" dirty="0"/>
              <a:t>IS PYTHON PASS BY REFERENCE OR </a:t>
            </a:r>
            <a:r>
              <a:rPr lang="en-US"/>
              <a:t>VALUE?</a:t>
            </a:r>
          </a:p>
          <a:p>
            <a:pPr lvl="2"/>
            <a:r>
              <a:rPr lang="en-US">
                <a:hlinkClick r:id="rId2"/>
              </a:rPr>
              <a:t>GeeksForGeeks</a:t>
            </a:r>
            <a:r>
              <a:rPr lang="en-US"/>
              <a:t>: Python utilizes a system, which is known as “Call by Object Reference” or “Call by assignment”. In the event that you pass arguments like whole numbers, strings or tuples to a function, the passing is like call-by-value because you can not change the value of the immutable objects being passed to the function. Whereas passing mutable objects can be considered as call by reference because when their values are changed inside the function, then it will also be reflected outside the function.</a:t>
            </a:r>
            <a:endParaRPr lang="en-US" dirty="0"/>
          </a:p>
        </p:txBody>
      </p:sp>
    </p:spTree>
    <p:extLst>
      <p:ext uri="{BB962C8B-B14F-4D97-AF65-F5344CB8AC3E}">
        <p14:creationId xmlns:p14="http://schemas.microsoft.com/office/powerpoint/2010/main" val="22493446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9D0F1-31A8-934B-8486-B9D3C52E0A02}"/>
              </a:ext>
            </a:extLst>
          </p:cNvPr>
          <p:cNvSpPr>
            <a:spLocks noGrp="1"/>
          </p:cNvSpPr>
          <p:nvPr>
            <p:ph type="title"/>
          </p:nvPr>
        </p:nvSpPr>
        <p:spPr>
          <a:xfrm>
            <a:off x="2231136" y="292339"/>
            <a:ext cx="7729728" cy="1188720"/>
          </a:xfrm>
        </p:spPr>
        <p:txBody>
          <a:bodyPr/>
          <a:lstStyle/>
          <a:p>
            <a:r>
              <a:rPr lang="en-US"/>
              <a:t>Paired Programming</a:t>
            </a:r>
          </a:p>
        </p:txBody>
      </p:sp>
      <p:sp>
        <p:nvSpPr>
          <p:cNvPr id="4" name="Content Placeholder 2">
            <a:extLst>
              <a:ext uri="{FF2B5EF4-FFF2-40B4-BE49-F238E27FC236}">
                <a16:creationId xmlns:a16="http://schemas.microsoft.com/office/drawing/2014/main" id="{5C0E649D-E3FD-41FB-BA87-37C62725C740}"/>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a:t>Tasks</a:t>
            </a:r>
          </a:p>
          <a:p>
            <a:pPr marL="571500" lvl="1" indent="-342900">
              <a:buAutoNum type="arabicPeriod"/>
            </a:pPr>
            <a:r>
              <a:rPr lang="en-US"/>
              <a:t>Write a function that accepts a list of items a person wants on a sandwich. The function should have one parameter that collects as many items as the function call provides, and it should print a summary of the sandwich that's being ordered.</a:t>
            </a:r>
          </a:p>
          <a:p>
            <a:pPr marL="800100" lvl="2" indent="-342900">
              <a:buAutoNum type="arabicPeriod"/>
            </a:pPr>
            <a:r>
              <a:rPr lang="en-US"/>
              <a:t>Call the function 3 times using a different number of arguments each time</a:t>
            </a:r>
          </a:p>
          <a:p>
            <a:pPr marL="571500" lvl="1" indent="-342900">
              <a:buAutoNum type="arabicPeriod"/>
            </a:pPr>
            <a:r>
              <a:rPr lang="en-US"/>
              <a:t>Write a function that stores information about a car in a dictionary. The function should always receive the manufacturer and model name. It should then accept an arbitrary number of keyword arguments. </a:t>
            </a:r>
          </a:p>
          <a:p>
            <a:pPr marL="800100" lvl="2" indent="-342900">
              <a:buAutoNum type="arabicPeriod"/>
            </a:pPr>
            <a:r>
              <a:rPr lang="en-US"/>
              <a:t>Call the function with the required information and 2 other name-value pairs (like color, or FWD/RWD/AWD)</a:t>
            </a:r>
          </a:p>
          <a:p>
            <a:pPr marL="800100" lvl="2" indent="-342900">
              <a:buAutoNum type="arabicPeriod"/>
            </a:pPr>
            <a:r>
              <a:rPr lang="en-US"/>
              <a:t>Print the dictionary that's returned to make sure all the information was stored correctly.</a:t>
            </a:r>
          </a:p>
        </p:txBody>
      </p:sp>
    </p:spTree>
    <p:extLst>
      <p:ext uri="{BB962C8B-B14F-4D97-AF65-F5344CB8AC3E}">
        <p14:creationId xmlns:p14="http://schemas.microsoft.com/office/powerpoint/2010/main" val="3421889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CBF7-69F7-7B44-ABCE-F80D6130EA7B}"/>
              </a:ext>
            </a:extLst>
          </p:cNvPr>
          <p:cNvSpPr>
            <a:spLocks noGrp="1"/>
          </p:cNvSpPr>
          <p:nvPr>
            <p:ph type="title"/>
          </p:nvPr>
        </p:nvSpPr>
        <p:spPr>
          <a:xfrm>
            <a:off x="1143000" y="153192"/>
            <a:ext cx="10515600" cy="1325563"/>
          </a:xfrm>
        </p:spPr>
        <p:txBody>
          <a:bodyPr/>
          <a:lstStyle/>
          <a:p>
            <a:r>
              <a:rPr lang="en-US">
                <a:ea typeface="+mj-lt"/>
                <a:cs typeface="+mj-lt"/>
              </a:rPr>
              <a:t>LET'S JUMP IN - FUNCTIONS</a:t>
            </a:r>
            <a:endParaRPr lang="en-US"/>
          </a:p>
        </p:txBody>
      </p:sp>
      <p:sp>
        <p:nvSpPr>
          <p:cNvPr id="3" name="Content Placeholder 2">
            <a:extLst>
              <a:ext uri="{FF2B5EF4-FFF2-40B4-BE49-F238E27FC236}">
                <a16:creationId xmlns:a16="http://schemas.microsoft.com/office/drawing/2014/main" id="{1095E837-F77E-AE4D-944C-919B5D780AAA}"/>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dirty="0">
                <a:ea typeface="+mn-lt"/>
                <a:cs typeface="+mn-lt"/>
              </a:rPr>
              <a:t>Imports</a:t>
            </a:r>
          </a:p>
          <a:p>
            <a:pPr lvl="1"/>
            <a:r>
              <a:rPr lang="en-US" dirty="0"/>
              <a:t>Python allows you to "import" modules that expand your program without having to type it all out yourself.</a:t>
            </a:r>
          </a:p>
          <a:p>
            <a:pPr lvl="1"/>
            <a:r>
              <a:rPr lang="en-US" dirty="0"/>
              <a:t>Some examples of modules that are commonly imported are math, time, and sys (there's lots though!)</a:t>
            </a:r>
          </a:p>
          <a:p>
            <a:pPr lvl="2"/>
            <a:r>
              <a:rPr lang="en-US"/>
              <a:t>These are all part of the python standard library so you'll always be able to import these</a:t>
            </a:r>
            <a:endParaRPr lang="en-US" dirty="0"/>
          </a:p>
          <a:p>
            <a:pPr lvl="1"/>
            <a:endParaRPr lang="en-US" dirty="0"/>
          </a:p>
          <a:p>
            <a:endParaRPr lang="en-US" dirty="0"/>
          </a:p>
        </p:txBody>
      </p:sp>
      <p:pic>
        <p:nvPicPr>
          <p:cNvPr id="4" name="Picture 4" descr="A screenshot of a cell phone&#10;&#10;Description automatically generated">
            <a:extLst>
              <a:ext uri="{FF2B5EF4-FFF2-40B4-BE49-F238E27FC236}">
                <a16:creationId xmlns:a16="http://schemas.microsoft.com/office/drawing/2014/main" id="{E55191F6-37DA-46F0-8579-3E5EA9C69211}"/>
              </a:ext>
            </a:extLst>
          </p:cNvPr>
          <p:cNvPicPr>
            <a:picLocks noChangeAspect="1"/>
          </p:cNvPicPr>
          <p:nvPr/>
        </p:nvPicPr>
        <p:blipFill>
          <a:blip r:embed="rId2"/>
          <a:stretch>
            <a:fillRect/>
          </a:stretch>
        </p:blipFill>
        <p:spPr>
          <a:xfrm>
            <a:off x="2180752" y="3989110"/>
            <a:ext cx="2829696" cy="2492460"/>
          </a:xfrm>
          <a:prstGeom prst="rect">
            <a:avLst/>
          </a:prstGeom>
        </p:spPr>
      </p:pic>
      <p:pic>
        <p:nvPicPr>
          <p:cNvPr id="6" name="Picture 6" descr="A close up of text on a black background&#10;&#10;Description automatically generated">
            <a:extLst>
              <a:ext uri="{FF2B5EF4-FFF2-40B4-BE49-F238E27FC236}">
                <a16:creationId xmlns:a16="http://schemas.microsoft.com/office/drawing/2014/main" id="{5EC39042-8F80-4603-A4B2-6E936C3D708C}"/>
              </a:ext>
            </a:extLst>
          </p:cNvPr>
          <p:cNvPicPr>
            <a:picLocks noChangeAspect="1"/>
          </p:cNvPicPr>
          <p:nvPr/>
        </p:nvPicPr>
        <p:blipFill>
          <a:blip r:embed="rId3"/>
          <a:stretch>
            <a:fillRect/>
          </a:stretch>
        </p:blipFill>
        <p:spPr>
          <a:xfrm>
            <a:off x="5731010" y="3989110"/>
            <a:ext cx="3350740" cy="2780270"/>
          </a:xfrm>
          <a:prstGeom prst="rect">
            <a:avLst/>
          </a:prstGeom>
        </p:spPr>
      </p:pic>
    </p:spTree>
    <p:extLst>
      <p:ext uri="{BB962C8B-B14F-4D97-AF65-F5344CB8AC3E}">
        <p14:creationId xmlns:p14="http://schemas.microsoft.com/office/powerpoint/2010/main" val="18799372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CBF7-69F7-7B44-ABCE-F80D6130EA7B}"/>
              </a:ext>
            </a:extLst>
          </p:cNvPr>
          <p:cNvSpPr>
            <a:spLocks noGrp="1"/>
          </p:cNvSpPr>
          <p:nvPr>
            <p:ph type="title"/>
          </p:nvPr>
        </p:nvSpPr>
        <p:spPr>
          <a:xfrm>
            <a:off x="1143000" y="153192"/>
            <a:ext cx="10515600" cy="1325563"/>
          </a:xfrm>
        </p:spPr>
        <p:txBody>
          <a:bodyPr/>
          <a:lstStyle/>
          <a:p>
            <a:r>
              <a:rPr lang="en-US">
                <a:ea typeface="+mj-lt"/>
                <a:cs typeface="+mj-lt"/>
              </a:rPr>
              <a:t>LET'S JUMP IN - FUNCTIONS</a:t>
            </a:r>
            <a:endParaRPr lang="en-US"/>
          </a:p>
        </p:txBody>
      </p:sp>
      <p:sp>
        <p:nvSpPr>
          <p:cNvPr id="3" name="Content Placeholder 2">
            <a:extLst>
              <a:ext uri="{FF2B5EF4-FFF2-40B4-BE49-F238E27FC236}">
                <a16:creationId xmlns:a16="http://schemas.microsoft.com/office/drawing/2014/main" id="{1095E837-F77E-AE4D-944C-919B5D780AAA}"/>
              </a:ext>
            </a:extLst>
          </p:cNvPr>
          <p:cNvSpPr>
            <a:spLocks noGrp="1"/>
          </p:cNvSpPr>
          <p:nvPr>
            <p:ph idx="1"/>
          </p:nvPr>
        </p:nvSpPr>
        <p:spPr>
          <a:xfrm>
            <a:off x="1143000" y="1478755"/>
            <a:ext cx="10515600" cy="4351338"/>
          </a:xfrm>
        </p:spPr>
        <p:txBody>
          <a:bodyPr vert="horz" lIns="91440" tIns="45720" rIns="91440" bIns="45720" rtlCol="0" anchor="t">
            <a:normAutofit fontScale="92500"/>
          </a:bodyPr>
          <a:lstStyle/>
          <a:p>
            <a:r>
              <a:rPr lang="en-US" dirty="0">
                <a:ea typeface="+mn-lt"/>
                <a:cs typeface="+mn-lt"/>
              </a:rPr>
              <a:t>Imports</a:t>
            </a:r>
          </a:p>
          <a:p>
            <a:pPr lvl="1"/>
            <a:r>
              <a:rPr lang="en-US" dirty="0"/>
              <a:t>There are three ways to import...</a:t>
            </a:r>
          </a:p>
          <a:p>
            <a:pPr lvl="2"/>
            <a:r>
              <a:rPr lang="en-US" dirty="0"/>
              <a:t>import </a:t>
            </a:r>
            <a:r>
              <a:rPr lang="en-US" dirty="0" err="1"/>
              <a:t>modulename</a:t>
            </a:r>
            <a:r>
              <a:rPr lang="en-US" dirty="0"/>
              <a:t> – parses contents of module but any references must still be prepended with the module name</a:t>
            </a:r>
          </a:p>
          <a:p>
            <a:pPr lvl="2"/>
            <a:r>
              <a:rPr lang="en-US" dirty="0"/>
              <a:t>from </a:t>
            </a:r>
            <a:r>
              <a:rPr lang="en-US" dirty="0" err="1"/>
              <a:t>modulename</a:t>
            </a:r>
            <a:r>
              <a:rPr lang="en-US" dirty="0"/>
              <a:t> import name1, name2, … - parses specific names from modules, so no prepending is necessary</a:t>
            </a:r>
          </a:p>
          <a:p>
            <a:pPr lvl="2"/>
            <a:r>
              <a:rPr lang="en-US" dirty="0"/>
              <a:t>from </a:t>
            </a:r>
            <a:r>
              <a:rPr lang="en-US" dirty="0" err="1"/>
              <a:t>modulename</a:t>
            </a:r>
            <a:r>
              <a:rPr lang="en-US" dirty="0"/>
              <a:t> import * </a:t>
            </a:r>
          </a:p>
          <a:p>
            <a:pPr lvl="3"/>
            <a:r>
              <a:rPr lang="en-US" dirty="0"/>
              <a:t>This method makes your code harder to debug as it won't be obvious where things came from</a:t>
            </a:r>
          </a:p>
          <a:p>
            <a:pPr lvl="1"/>
            <a:r>
              <a:rPr lang="en-US" dirty="0"/>
              <a:t>How do you know which one to use? This is </a:t>
            </a:r>
            <a:r>
              <a:rPr lang="en-US" dirty="0" err="1"/>
              <a:t>dependendent</a:t>
            </a:r>
            <a:r>
              <a:rPr lang="en-US" dirty="0"/>
              <a:t> on what </a:t>
            </a:r>
            <a:r>
              <a:rPr lang="en-US" b="1" u="sng" dirty="0"/>
              <a:t>your</a:t>
            </a:r>
            <a:r>
              <a:rPr lang="en-US" dirty="0"/>
              <a:t> </a:t>
            </a:r>
            <a:r>
              <a:rPr lang="en-US" dirty="0" err="1"/>
              <a:t>sys.path</a:t>
            </a:r>
            <a:r>
              <a:rPr lang="en-US" dirty="0"/>
              <a:t> lists as directories</a:t>
            </a:r>
          </a:p>
          <a:p>
            <a:pPr lvl="2"/>
            <a:r>
              <a:rPr lang="en-US" dirty="0"/>
              <a:t>The </a:t>
            </a:r>
            <a:r>
              <a:rPr lang="en-US" dirty="0" err="1"/>
              <a:t>sys.path</a:t>
            </a:r>
            <a:r>
              <a:rPr lang="en-US" dirty="0"/>
              <a:t> will list, in order, how the python interpreter will search for modules</a:t>
            </a:r>
          </a:p>
          <a:p>
            <a:pPr lvl="2"/>
            <a:r>
              <a:rPr lang="en-US" dirty="0"/>
              <a:t>Generally, your </a:t>
            </a:r>
            <a:r>
              <a:rPr lang="en-US" dirty="0" err="1"/>
              <a:t>sys.path</a:t>
            </a:r>
            <a:r>
              <a:rPr lang="en-US" dirty="0"/>
              <a:t> will look in the current directory first</a:t>
            </a:r>
          </a:p>
          <a:p>
            <a:endParaRPr lang="en-US" dirty="0"/>
          </a:p>
        </p:txBody>
      </p:sp>
    </p:spTree>
    <p:extLst>
      <p:ext uri="{BB962C8B-B14F-4D97-AF65-F5344CB8AC3E}">
        <p14:creationId xmlns:p14="http://schemas.microsoft.com/office/powerpoint/2010/main" val="33292359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9D0F1-31A8-934B-8486-B9D3C52E0A02}"/>
              </a:ext>
            </a:extLst>
          </p:cNvPr>
          <p:cNvSpPr>
            <a:spLocks noGrp="1"/>
          </p:cNvSpPr>
          <p:nvPr>
            <p:ph type="title"/>
          </p:nvPr>
        </p:nvSpPr>
        <p:spPr>
          <a:xfrm>
            <a:off x="2231136" y="292339"/>
            <a:ext cx="7729728" cy="1188720"/>
          </a:xfrm>
        </p:spPr>
        <p:txBody>
          <a:bodyPr/>
          <a:lstStyle/>
          <a:p>
            <a:r>
              <a:rPr lang="en-US"/>
              <a:t>For your HW...</a:t>
            </a:r>
            <a:endParaRPr lang="en-US" dirty="0"/>
          </a:p>
        </p:txBody>
      </p:sp>
      <p:sp>
        <p:nvSpPr>
          <p:cNvPr id="4" name="Content Placeholder 2">
            <a:extLst>
              <a:ext uri="{FF2B5EF4-FFF2-40B4-BE49-F238E27FC236}">
                <a16:creationId xmlns:a16="http://schemas.microsoft.com/office/drawing/2014/main" id="{5C0E649D-E3FD-41FB-BA87-37C62725C740}"/>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a:t>You will need to know how to randomly generate numbers</a:t>
            </a:r>
          </a:p>
          <a:p>
            <a:endParaRPr lang="en-US" dirty="0"/>
          </a:p>
        </p:txBody>
      </p:sp>
      <p:pic>
        <p:nvPicPr>
          <p:cNvPr id="7" name="Picture 6">
            <a:extLst>
              <a:ext uri="{FF2B5EF4-FFF2-40B4-BE49-F238E27FC236}">
                <a16:creationId xmlns:a16="http://schemas.microsoft.com/office/drawing/2014/main" id="{178FC7D4-8C81-4B79-9193-64E934802DB3}"/>
              </a:ext>
            </a:extLst>
          </p:cNvPr>
          <p:cNvPicPr>
            <a:picLocks noChangeAspect="1"/>
          </p:cNvPicPr>
          <p:nvPr/>
        </p:nvPicPr>
        <p:blipFill>
          <a:blip r:embed="rId2"/>
          <a:stretch>
            <a:fillRect/>
          </a:stretch>
        </p:blipFill>
        <p:spPr>
          <a:xfrm>
            <a:off x="414337" y="2439193"/>
            <a:ext cx="11363325" cy="3390900"/>
          </a:xfrm>
          <a:prstGeom prst="rect">
            <a:avLst/>
          </a:prstGeom>
        </p:spPr>
      </p:pic>
    </p:spTree>
    <p:extLst>
      <p:ext uri="{BB962C8B-B14F-4D97-AF65-F5344CB8AC3E}">
        <p14:creationId xmlns:p14="http://schemas.microsoft.com/office/powerpoint/2010/main" val="12789903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9D0F1-31A8-934B-8486-B9D3C52E0A02}"/>
              </a:ext>
            </a:extLst>
          </p:cNvPr>
          <p:cNvSpPr>
            <a:spLocks noGrp="1"/>
          </p:cNvSpPr>
          <p:nvPr>
            <p:ph type="title"/>
          </p:nvPr>
        </p:nvSpPr>
        <p:spPr>
          <a:xfrm>
            <a:off x="2231136" y="292339"/>
            <a:ext cx="7729728" cy="1188720"/>
          </a:xfrm>
        </p:spPr>
        <p:txBody>
          <a:bodyPr/>
          <a:lstStyle/>
          <a:p>
            <a:r>
              <a:rPr lang="en-US"/>
              <a:t>For your HW...</a:t>
            </a:r>
            <a:endParaRPr lang="en-US" dirty="0"/>
          </a:p>
        </p:txBody>
      </p:sp>
      <p:sp>
        <p:nvSpPr>
          <p:cNvPr id="4" name="Content Placeholder 2">
            <a:extLst>
              <a:ext uri="{FF2B5EF4-FFF2-40B4-BE49-F238E27FC236}">
                <a16:creationId xmlns:a16="http://schemas.microsoft.com/office/drawing/2014/main" id="{5C0E649D-E3FD-41FB-BA87-37C62725C740}"/>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dirty="0"/>
              <a:t>I want all programs going forward to have a main() function that initiates the program</a:t>
            </a:r>
          </a:p>
          <a:p>
            <a:r>
              <a:rPr lang="en-US" dirty="0"/>
              <a:t>See example below, this is from a previous HW assignment to print a multiplication table for numbers 1 - 12</a:t>
            </a:r>
          </a:p>
        </p:txBody>
      </p:sp>
      <p:pic>
        <p:nvPicPr>
          <p:cNvPr id="6" name="Picture 6" descr="Text&#10;&#10;Description automatically generated">
            <a:extLst>
              <a:ext uri="{FF2B5EF4-FFF2-40B4-BE49-F238E27FC236}">
                <a16:creationId xmlns:a16="http://schemas.microsoft.com/office/drawing/2014/main" id="{CE6C7733-F4CB-4C09-8732-09F401EDB3AE}"/>
              </a:ext>
            </a:extLst>
          </p:cNvPr>
          <p:cNvPicPr>
            <a:picLocks noChangeAspect="1"/>
          </p:cNvPicPr>
          <p:nvPr/>
        </p:nvPicPr>
        <p:blipFill>
          <a:blip r:embed="rId2"/>
          <a:stretch>
            <a:fillRect/>
          </a:stretch>
        </p:blipFill>
        <p:spPr>
          <a:xfrm>
            <a:off x="2039962" y="3588883"/>
            <a:ext cx="8409353" cy="2529840"/>
          </a:xfrm>
          <a:prstGeom prst="rect">
            <a:avLst/>
          </a:prstGeom>
        </p:spPr>
      </p:pic>
    </p:spTree>
    <p:extLst>
      <p:ext uri="{BB962C8B-B14F-4D97-AF65-F5344CB8AC3E}">
        <p14:creationId xmlns:p14="http://schemas.microsoft.com/office/powerpoint/2010/main" val="26615622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AB04D-874D-0245-A562-02212EE48CA7}"/>
              </a:ext>
            </a:extLst>
          </p:cNvPr>
          <p:cNvSpPr>
            <a:spLocks noGrp="1"/>
          </p:cNvSpPr>
          <p:nvPr>
            <p:ph type="title"/>
          </p:nvPr>
        </p:nvSpPr>
        <p:spPr>
          <a:xfrm>
            <a:off x="1143499" y="163050"/>
            <a:ext cx="10515600" cy="1325563"/>
          </a:xfrm>
        </p:spPr>
        <p:txBody>
          <a:bodyPr/>
          <a:lstStyle/>
          <a:p>
            <a:r>
              <a:rPr lang="en-US"/>
              <a:t>Homework</a:t>
            </a:r>
          </a:p>
        </p:txBody>
      </p:sp>
      <p:sp>
        <p:nvSpPr>
          <p:cNvPr id="3" name="Content Placeholder 2">
            <a:extLst>
              <a:ext uri="{FF2B5EF4-FFF2-40B4-BE49-F238E27FC236}">
                <a16:creationId xmlns:a16="http://schemas.microsoft.com/office/drawing/2014/main" id="{3713A5A2-1019-0143-BC00-1B8B12D7C198}"/>
              </a:ext>
            </a:extLst>
          </p:cNvPr>
          <p:cNvSpPr>
            <a:spLocks noGrp="1"/>
          </p:cNvSpPr>
          <p:nvPr>
            <p:ph idx="1"/>
          </p:nvPr>
        </p:nvSpPr>
        <p:spPr>
          <a:xfrm>
            <a:off x="1143499" y="1488613"/>
            <a:ext cx="8596668" cy="5206337"/>
          </a:xfrm>
        </p:spPr>
        <p:txBody>
          <a:bodyPr vert="horz" lIns="91440" tIns="45720" rIns="91440" bIns="45720" rtlCol="0" anchor="t">
            <a:normAutofit/>
          </a:bodyPr>
          <a:lstStyle/>
          <a:p>
            <a:r>
              <a:rPr lang="en-US" dirty="0"/>
              <a:t>Read chapter 6</a:t>
            </a:r>
          </a:p>
          <a:p>
            <a:r>
              <a:rPr lang="en-US"/>
              <a:t>Programming Assignment</a:t>
            </a:r>
          </a:p>
          <a:p>
            <a:endParaRPr lang="en-US"/>
          </a:p>
          <a:p>
            <a:r>
              <a:rPr lang="en-US"/>
              <a:t>The next lecture would be dedicated to prepping for the midterm</a:t>
            </a:r>
          </a:p>
          <a:p>
            <a:pPr lvl="1"/>
            <a:r>
              <a:rPr lang="en-US"/>
              <a:t>Basically just go over some example problems and answer questions as needed</a:t>
            </a:r>
          </a:p>
          <a:p>
            <a:pPr lvl="1"/>
            <a:r>
              <a:rPr lang="en-US"/>
              <a:t>Since this is a YouTube series and not a “real” classroom, I’ll just post the example problems with solutions in the lecture_6 folder on Github</a:t>
            </a:r>
          </a:p>
          <a:p>
            <a:pPr lvl="1"/>
            <a:r>
              <a:rPr lang="en-US"/>
              <a:t>The midterm will be a single problem in the lecture_7 folder on Github</a:t>
            </a:r>
          </a:p>
          <a:p>
            <a:pPr lvl="2"/>
            <a:r>
              <a:rPr lang="en-US"/>
              <a:t>To make it more realistic to a classroom, try to complete it in one, 75 minute sitting</a:t>
            </a:r>
            <a:endParaRPr lang="en-US" dirty="0"/>
          </a:p>
          <a:p>
            <a:pPr lvl="1"/>
            <a:endParaRPr lang="en-US" dirty="0"/>
          </a:p>
          <a:p>
            <a:endParaRPr lang="en-US" dirty="0"/>
          </a:p>
          <a:p>
            <a:pPr lvl="1"/>
            <a:endParaRPr lang="en-US" dirty="0"/>
          </a:p>
        </p:txBody>
      </p:sp>
    </p:spTree>
    <p:extLst>
      <p:ext uri="{BB962C8B-B14F-4D97-AF65-F5344CB8AC3E}">
        <p14:creationId xmlns:p14="http://schemas.microsoft.com/office/powerpoint/2010/main" val="49621083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Circuit</Template>
  <TotalTime>134</TotalTime>
  <Words>1453</Words>
  <Application>Microsoft Office PowerPoint</Application>
  <PresentationFormat>Widescreen</PresentationFormat>
  <Paragraphs>154</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Courier New</vt:lpstr>
      <vt:lpstr>Tw Cen MT</vt:lpstr>
      <vt:lpstr>Circuit</vt:lpstr>
      <vt:lpstr>CSC 119:Intro to Programming Lecture 5</vt:lpstr>
      <vt:lpstr>Last Week</vt:lpstr>
      <vt:lpstr>Review</vt:lpstr>
      <vt:lpstr>Review</vt:lpstr>
      <vt:lpstr>Review</vt:lpstr>
      <vt:lpstr>Let's Jump in - FUNCTIONS</vt:lpstr>
      <vt:lpstr>Let's Jump in - FUNCTIONS</vt:lpstr>
      <vt:lpstr>LET'S JUMP IN - Functions</vt:lpstr>
      <vt:lpstr>LET'S JUMP IN - FUNCTIONS</vt:lpstr>
      <vt:lpstr>LET'S JUMP IN - FUNCTIONS</vt:lpstr>
      <vt:lpstr>LET'S JUMP IN - FUNCTIONS</vt:lpstr>
      <vt:lpstr>Paired Programming</vt:lpstr>
      <vt:lpstr>LET'S JUMP IN - FUNCTIONS</vt:lpstr>
      <vt:lpstr>LET'S JUMP IN - FUNCTIONS</vt:lpstr>
      <vt:lpstr>LET'S JUMP IN - FUNCTIONS</vt:lpstr>
      <vt:lpstr>LET'S JUMP IN - FUNCTIONS</vt:lpstr>
      <vt:lpstr>LET'S JUMP IN - FUNCTIONS</vt:lpstr>
      <vt:lpstr>LET'S JUMP IN - FUNCTIONS</vt:lpstr>
      <vt:lpstr>Paired Programming</vt:lpstr>
      <vt:lpstr>LET'S JUMP IN - FUNCTIONS</vt:lpstr>
      <vt:lpstr>LET'S JUMP IN - FUNCTIONS</vt:lpstr>
      <vt:lpstr>For your HW...</vt:lpstr>
      <vt:lpstr>For your HW...</vt:lpstr>
      <vt:lpstr>Homework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 119:Intro to Programming</dc:title>
  <dc:creator>William Estes</dc:creator>
  <cp:lastModifiedBy>William</cp:lastModifiedBy>
  <cp:revision>287</cp:revision>
  <dcterms:created xsi:type="dcterms:W3CDTF">2020-08-14T15:37:54Z</dcterms:created>
  <dcterms:modified xsi:type="dcterms:W3CDTF">2021-12-28T04:39:36Z</dcterms:modified>
</cp:coreProperties>
</file>