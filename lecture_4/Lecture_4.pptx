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69" r:id="rId9"/>
    <p:sldId id="279" r:id="rId10"/>
    <p:sldId id="270" r:id="rId11"/>
    <p:sldId id="271" r:id="rId12"/>
    <p:sldId id="272" r:id="rId13"/>
    <p:sldId id="275" r:id="rId14"/>
    <p:sldId id="274" r:id="rId15"/>
    <p:sldId id="273" r:id="rId16"/>
    <p:sldId id="278" r:id="rId17"/>
    <p:sldId id="276" r:id="rId18"/>
    <p:sldId id="277" r:id="rId19"/>
    <p:sldId id="2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70D7E9-8513-9A4F-8A97-42BEF74C9161}" v="9" dt="2021-02-15T21:28:51.1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82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3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Estes" userId="a88fcdbc31b6f594" providerId="Windows Live" clId="Web-{D4FD69EF-C370-4E58-F575-9DD1B635E877}"/>
    <pc:docChg chg="addSld modSld">
      <pc:chgData name="William Estes" userId="a88fcdbc31b6f594" providerId="Windows Live" clId="Web-{D4FD69EF-C370-4E58-F575-9DD1B635E877}" dt="2020-09-09T23:08:02.591" v="608" actId="20577"/>
      <pc:docMkLst>
        <pc:docMk/>
      </pc:docMkLst>
      <pc:sldChg chg="modSp">
        <pc:chgData name="William Estes" userId="a88fcdbc31b6f594" providerId="Windows Live" clId="Web-{D4FD69EF-C370-4E58-F575-9DD1B635E877}" dt="2020-09-09T23:07:56.404" v="606" actId="20577"/>
        <pc:sldMkLst>
          <pc:docMk/>
          <pc:sldMk cId="1513037778" sldId="265"/>
        </pc:sldMkLst>
        <pc:spChg chg="mod">
          <ac:chgData name="William Estes" userId="a88fcdbc31b6f594" providerId="Windows Live" clId="Web-{D4FD69EF-C370-4E58-F575-9DD1B635E877}" dt="2020-09-09T23:07:56.404" v="606" actId="20577"/>
          <ac:spMkLst>
            <pc:docMk/>
            <pc:sldMk cId="1513037778" sldId="265"/>
            <ac:spMk id="5" creationId="{C669C636-A5D5-40EE-90E7-99F8268EECF7}"/>
          </ac:spMkLst>
        </pc:spChg>
      </pc:sldChg>
      <pc:sldChg chg="addSp modSp">
        <pc:chgData name="William Estes" userId="a88fcdbc31b6f594" providerId="Windows Live" clId="Web-{D4FD69EF-C370-4E58-F575-9DD1B635E877}" dt="2020-09-09T22:37:50.278" v="413" actId="20577"/>
        <pc:sldMkLst>
          <pc:docMk/>
          <pc:sldMk cId="3533335841" sldId="271"/>
        </pc:sldMkLst>
        <pc:spChg chg="mod">
          <ac:chgData name="William Estes" userId="a88fcdbc31b6f594" providerId="Windows Live" clId="Web-{D4FD69EF-C370-4E58-F575-9DD1B635E877}" dt="2020-09-09T22:37:50.278" v="413" actId="20577"/>
          <ac:spMkLst>
            <pc:docMk/>
            <pc:sldMk cId="3533335841" sldId="271"/>
            <ac:spMk id="5" creationId="{C669C636-A5D5-40EE-90E7-99F8268EECF7}"/>
          </ac:spMkLst>
        </pc:spChg>
        <pc:picChg chg="add mod">
          <ac:chgData name="William Estes" userId="a88fcdbc31b6f594" providerId="Windows Live" clId="Web-{D4FD69EF-C370-4E58-F575-9DD1B635E877}" dt="2020-09-09T22:37:36.012" v="409" actId="14100"/>
          <ac:picMkLst>
            <pc:docMk/>
            <pc:sldMk cId="3533335841" sldId="271"/>
            <ac:picMk id="3" creationId="{AD9B03E5-F476-4607-B673-B35C9E7C4C23}"/>
          </ac:picMkLst>
        </pc:picChg>
        <pc:picChg chg="add mod">
          <ac:chgData name="William Estes" userId="a88fcdbc31b6f594" providerId="Windows Live" clId="Web-{D4FD69EF-C370-4E58-F575-9DD1B635E877}" dt="2020-09-09T22:37:40.450" v="410" actId="1076"/>
          <ac:picMkLst>
            <pc:docMk/>
            <pc:sldMk cId="3533335841" sldId="271"/>
            <ac:picMk id="4" creationId="{7F4F328A-DD9A-48D5-BD6D-BE0388BC9BC7}"/>
          </ac:picMkLst>
        </pc:picChg>
      </pc:sldChg>
      <pc:sldChg chg="addSp delSp modSp add replId">
        <pc:chgData name="William Estes" userId="a88fcdbc31b6f594" providerId="Windows Live" clId="Web-{D4FD69EF-C370-4E58-F575-9DD1B635E877}" dt="2020-09-09T22:34:46.653" v="382" actId="1076"/>
        <pc:sldMkLst>
          <pc:docMk/>
          <pc:sldMk cId="3235261393" sldId="272"/>
        </pc:sldMkLst>
        <pc:spChg chg="mod">
          <ac:chgData name="William Estes" userId="a88fcdbc31b6f594" providerId="Windows Live" clId="Web-{D4FD69EF-C370-4E58-F575-9DD1B635E877}" dt="2020-09-09T22:34:12.497" v="375" actId="20577"/>
          <ac:spMkLst>
            <pc:docMk/>
            <pc:sldMk cId="3235261393" sldId="272"/>
            <ac:spMk id="5" creationId="{C669C636-A5D5-40EE-90E7-99F8268EECF7}"/>
          </ac:spMkLst>
        </pc:spChg>
        <pc:picChg chg="del">
          <ac:chgData name="William Estes" userId="a88fcdbc31b6f594" providerId="Windows Live" clId="Web-{D4FD69EF-C370-4E58-F575-9DD1B635E877}" dt="2020-09-09T22:33:47.138" v="366"/>
          <ac:picMkLst>
            <pc:docMk/>
            <pc:sldMk cId="3235261393" sldId="272"/>
            <ac:picMk id="3" creationId="{AD9B03E5-F476-4607-B673-B35C9E7C4C23}"/>
          </ac:picMkLst>
        </pc:picChg>
        <pc:picChg chg="del">
          <ac:chgData name="William Estes" userId="a88fcdbc31b6f594" providerId="Windows Live" clId="Web-{D4FD69EF-C370-4E58-F575-9DD1B635E877}" dt="2020-09-09T22:33:49.685" v="367"/>
          <ac:picMkLst>
            <pc:docMk/>
            <pc:sldMk cId="3235261393" sldId="272"/>
            <ac:picMk id="4" creationId="{7F4F328A-DD9A-48D5-BD6D-BE0388BC9BC7}"/>
          </ac:picMkLst>
        </pc:picChg>
        <pc:picChg chg="add mod">
          <ac:chgData name="William Estes" userId="a88fcdbc31b6f594" providerId="Windows Live" clId="Web-{D4FD69EF-C370-4E58-F575-9DD1B635E877}" dt="2020-09-09T22:34:16.888" v="379" actId="14100"/>
          <ac:picMkLst>
            <pc:docMk/>
            <pc:sldMk cId="3235261393" sldId="272"/>
            <ac:picMk id="6" creationId="{B069C011-8684-478E-829C-0DF79218C10C}"/>
          </ac:picMkLst>
        </pc:picChg>
        <pc:picChg chg="add mod">
          <ac:chgData name="William Estes" userId="a88fcdbc31b6f594" providerId="Windows Live" clId="Web-{D4FD69EF-C370-4E58-F575-9DD1B635E877}" dt="2020-09-09T22:34:46.653" v="382" actId="1076"/>
          <ac:picMkLst>
            <pc:docMk/>
            <pc:sldMk cId="3235261393" sldId="272"/>
            <ac:picMk id="7" creationId="{8EEE1717-7C55-4E52-AD57-05E28627CDF1}"/>
          </ac:picMkLst>
        </pc:picChg>
      </pc:sldChg>
    </pc:docChg>
  </pc:docChgLst>
  <pc:docChgLst>
    <pc:chgData name="William Estes" userId="a88fcdbc31b6f594" providerId="Windows Live" clId="Web-{9A13FC9E-B1FD-4331-8DEB-C92A75EF0933}"/>
    <pc:docChg chg="addSld delSld modSld">
      <pc:chgData name="William Estes" userId="a88fcdbc31b6f594" providerId="Windows Live" clId="Web-{9A13FC9E-B1FD-4331-8DEB-C92A75EF0933}" dt="2020-09-16T02:29:01.949" v="1785" actId="20577"/>
      <pc:docMkLst>
        <pc:docMk/>
      </pc:docMkLst>
      <pc:sldChg chg="modSp">
        <pc:chgData name="William Estes" userId="a88fcdbc31b6f594" providerId="Windows Live" clId="Web-{9A13FC9E-B1FD-4331-8DEB-C92A75EF0933}" dt="2020-09-16T02:21:54.279" v="1700" actId="20577"/>
        <pc:sldMkLst>
          <pc:docMk/>
          <pc:sldMk cId="1358121495" sldId="273"/>
        </pc:sldMkLst>
        <pc:spChg chg="mod">
          <ac:chgData name="William Estes" userId="a88fcdbc31b6f594" providerId="Windows Live" clId="Web-{9A13FC9E-B1FD-4331-8DEB-C92A75EF0933}" dt="2020-09-16T02:21:54.279" v="1700" actId="20577"/>
          <ac:spMkLst>
            <pc:docMk/>
            <pc:sldMk cId="1358121495" sldId="273"/>
            <ac:spMk id="5" creationId="{C669C636-A5D5-40EE-90E7-99F8268EECF7}"/>
          </ac:spMkLst>
        </pc:spChg>
      </pc:sldChg>
      <pc:sldChg chg="addSp delSp modSp add replId">
        <pc:chgData name="William Estes" userId="a88fcdbc31b6f594" providerId="Windows Live" clId="Web-{9A13FC9E-B1FD-4331-8DEB-C92A75EF0933}" dt="2020-09-16T01:17:37.572" v="117" actId="1076"/>
        <pc:sldMkLst>
          <pc:docMk/>
          <pc:sldMk cId="2111598685" sldId="274"/>
        </pc:sldMkLst>
        <pc:spChg chg="mod">
          <ac:chgData name="William Estes" userId="a88fcdbc31b6f594" providerId="Windows Live" clId="Web-{9A13FC9E-B1FD-4331-8DEB-C92A75EF0933}" dt="2020-09-16T01:05:27.321" v="23" actId="20577"/>
          <ac:spMkLst>
            <pc:docMk/>
            <pc:sldMk cId="2111598685" sldId="274"/>
            <ac:spMk id="5" creationId="{C669C636-A5D5-40EE-90E7-99F8268EECF7}"/>
          </ac:spMkLst>
        </pc:spChg>
        <pc:picChg chg="add del mod">
          <ac:chgData name="William Estes" userId="a88fcdbc31b6f594" providerId="Windows Live" clId="Web-{9A13FC9E-B1FD-4331-8DEB-C92A75EF0933}" dt="2020-09-16T01:10:42.699" v="27"/>
          <ac:picMkLst>
            <pc:docMk/>
            <pc:sldMk cId="2111598685" sldId="274"/>
            <ac:picMk id="3" creationId="{81541F75-8F7A-4C83-9087-F125BC1D900F}"/>
          </ac:picMkLst>
        </pc:picChg>
        <pc:picChg chg="add mod">
          <ac:chgData name="William Estes" userId="a88fcdbc31b6f594" providerId="Windows Live" clId="Web-{9A13FC9E-B1FD-4331-8DEB-C92A75EF0933}" dt="2020-09-16T01:17:36.666" v="116" actId="1076"/>
          <ac:picMkLst>
            <pc:docMk/>
            <pc:sldMk cId="2111598685" sldId="274"/>
            <ac:picMk id="4" creationId="{67881B13-BF13-45A2-90EF-A6D17258CC14}"/>
          </ac:picMkLst>
        </pc:picChg>
        <pc:picChg chg="del">
          <ac:chgData name="William Estes" userId="a88fcdbc31b6f594" providerId="Windows Live" clId="Web-{9A13FC9E-B1FD-4331-8DEB-C92A75EF0933}" dt="2020-09-16T01:05:14.524" v="1"/>
          <ac:picMkLst>
            <pc:docMk/>
            <pc:sldMk cId="2111598685" sldId="274"/>
            <ac:picMk id="6" creationId="{B069C011-8684-478E-829C-0DF79218C10C}"/>
          </ac:picMkLst>
        </pc:picChg>
        <pc:picChg chg="del">
          <ac:chgData name="William Estes" userId="a88fcdbc31b6f594" providerId="Windows Live" clId="Web-{9A13FC9E-B1FD-4331-8DEB-C92A75EF0933}" dt="2020-09-16T01:05:15.821" v="2"/>
          <ac:picMkLst>
            <pc:docMk/>
            <pc:sldMk cId="2111598685" sldId="274"/>
            <ac:picMk id="7" creationId="{8EEE1717-7C55-4E52-AD57-05E28627CDF1}"/>
          </ac:picMkLst>
        </pc:picChg>
        <pc:picChg chg="add mod">
          <ac:chgData name="William Estes" userId="a88fcdbc31b6f594" providerId="Windows Live" clId="Web-{9A13FC9E-B1FD-4331-8DEB-C92A75EF0933}" dt="2020-09-16T01:17:37.572" v="117" actId="1076"/>
          <ac:picMkLst>
            <pc:docMk/>
            <pc:sldMk cId="2111598685" sldId="274"/>
            <ac:picMk id="8" creationId="{5581CF16-7053-41A9-A7A4-01D6FF49EE46}"/>
          </ac:picMkLst>
        </pc:picChg>
        <pc:picChg chg="add del mod">
          <ac:chgData name="William Estes" userId="a88fcdbc31b6f594" providerId="Windows Live" clId="Web-{9A13FC9E-B1FD-4331-8DEB-C92A75EF0933}" dt="2020-09-16T01:17:32.166" v="114"/>
          <ac:picMkLst>
            <pc:docMk/>
            <pc:sldMk cId="2111598685" sldId="274"/>
            <ac:picMk id="9" creationId="{835A6A84-216D-4043-9B44-BFE7552C001B}"/>
          </ac:picMkLst>
        </pc:picChg>
      </pc:sldChg>
      <pc:sldChg chg="addSp delSp modSp add replId">
        <pc:chgData name="William Estes" userId="a88fcdbc31b6f594" providerId="Windows Live" clId="Web-{9A13FC9E-B1FD-4331-8DEB-C92A75EF0933}" dt="2020-09-16T01:23:22.493" v="281" actId="20577"/>
        <pc:sldMkLst>
          <pc:docMk/>
          <pc:sldMk cId="3588368168" sldId="275"/>
        </pc:sldMkLst>
        <pc:spChg chg="mod">
          <ac:chgData name="William Estes" userId="a88fcdbc31b6f594" providerId="Windows Live" clId="Web-{9A13FC9E-B1FD-4331-8DEB-C92A75EF0933}" dt="2020-09-16T01:23:22.493" v="281" actId="20577"/>
          <ac:spMkLst>
            <pc:docMk/>
            <pc:sldMk cId="3588368168" sldId="275"/>
            <ac:spMk id="5" creationId="{C669C636-A5D5-40EE-90E7-99F8268EECF7}"/>
          </ac:spMkLst>
        </pc:spChg>
        <pc:picChg chg="add mod">
          <ac:chgData name="William Estes" userId="a88fcdbc31b6f594" providerId="Windows Live" clId="Web-{9A13FC9E-B1FD-4331-8DEB-C92A75EF0933}" dt="2020-09-16T01:22:05.712" v="216" actId="1076"/>
          <ac:picMkLst>
            <pc:docMk/>
            <pc:sldMk cId="3588368168" sldId="275"/>
            <ac:picMk id="3" creationId="{C3BE38F5-3688-41EA-B1D3-D2C28FAC1999}"/>
          </ac:picMkLst>
        </pc:picChg>
        <pc:picChg chg="del">
          <ac:chgData name="William Estes" userId="a88fcdbc31b6f594" providerId="Windows Live" clId="Web-{9A13FC9E-B1FD-4331-8DEB-C92A75EF0933}" dt="2020-09-16T01:12:11.667" v="35"/>
          <ac:picMkLst>
            <pc:docMk/>
            <pc:sldMk cId="3588368168" sldId="275"/>
            <ac:picMk id="4" creationId="{67881B13-BF13-45A2-90EF-A6D17258CC14}"/>
          </ac:picMkLst>
        </pc:picChg>
        <pc:picChg chg="del">
          <ac:chgData name="William Estes" userId="a88fcdbc31b6f594" providerId="Windows Live" clId="Web-{9A13FC9E-B1FD-4331-8DEB-C92A75EF0933}" dt="2020-09-16T01:12:12.995" v="36"/>
          <ac:picMkLst>
            <pc:docMk/>
            <pc:sldMk cId="3588368168" sldId="275"/>
            <ac:picMk id="8" creationId="{5581CF16-7053-41A9-A7A4-01D6FF49EE46}"/>
          </ac:picMkLst>
        </pc:picChg>
      </pc:sldChg>
      <pc:sldChg chg="addSp delSp modSp add replId">
        <pc:chgData name="William Estes" userId="a88fcdbc31b6f594" providerId="Windows Live" clId="Web-{9A13FC9E-B1FD-4331-8DEB-C92A75EF0933}" dt="2020-09-16T02:19:24.874" v="1673" actId="14100"/>
        <pc:sldMkLst>
          <pc:docMk/>
          <pc:sldMk cId="1088727140" sldId="276"/>
        </pc:sldMkLst>
        <pc:spChg chg="del mod">
          <ac:chgData name="William Estes" userId="a88fcdbc31b6f594" providerId="Windows Live" clId="Web-{9A13FC9E-B1FD-4331-8DEB-C92A75EF0933}" dt="2020-09-16T02:05:46.518" v="1223"/>
          <ac:spMkLst>
            <pc:docMk/>
            <pc:sldMk cId="1088727140" sldId="276"/>
            <ac:spMk id="2" creationId="{5953E15F-1BAC-4D55-B9BE-245249298F9E}"/>
          </ac:spMkLst>
        </pc:spChg>
        <pc:spChg chg="add mod">
          <ac:chgData name="William Estes" userId="a88fcdbc31b6f594" providerId="Windows Live" clId="Web-{9A13FC9E-B1FD-4331-8DEB-C92A75EF0933}" dt="2020-09-16T02:05:54.471" v="1225" actId="1076"/>
          <ac:spMkLst>
            <pc:docMk/>
            <pc:sldMk cId="1088727140" sldId="276"/>
            <ac:spMk id="3" creationId="{69481F17-F66D-4879-AEAC-B8364043A262}"/>
          </ac:spMkLst>
        </pc:spChg>
        <pc:spChg chg="add mod ord">
          <ac:chgData name="William Estes" userId="a88fcdbc31b6f594" providerId="Windows Live" clId="Web-{9A13FC9E-B1FD-4331-8DEB-C92A75EF0933}" dt="2020-09-16T02:19:04.671" v="1667" actId="20577"/>
          <ac:spMkLst>
            <pc:docMk/>
            <pc:sldMk cId="1088727140" sldId="276"/>
            <ac:spMk id="4" creationId="{B9106D04-3929-48C3-9649-B798C727CCFB}"/>
          </ac:spMkLst>
        </pc:spChg>
        <pc:spChg chg="mod">
          <ac:chgData name="William Estes" userId="a88fcdbc31b6f594" providerId="Windows Live" clId="Web-{9A13FC9E-B1FD-4331-8DEB-C92A75EF0933}" dt="2020-09-16T02:04:09.155" v="1102" actId="20577"/>
          <ac:spMkLst>
            <pc:docMk/>
            <pc:sldMk cId="1088727140" sldId="276"/>
            <ac:spMk id="5" creationId="{C669C636-A5D5-40EE-90E7-99F8268EECF7}"/>
          </ac:spMkLst>
        </pc:spChg>
        <pc:spChg chg="add mod">
          <ac:chgData name="William Estes" userId="a88fcdbc31b6f594" providerId="Windows Live" clId="Web-{9A13FC9E-B1FD-4331-8DEB-C92A75EF0933}" dt="2020-09-16T02:05:58.627" v="1226" actId="1076"/>
          <ac:spMkLst>
            <pc:docMk/>
            <pc:sldMk cId="1088727140" sldId="276"/>
            <ac:spMk id="6" creationId="{6FBA5C24-9D5F-41EC-8C76-511F2F173822}"/>
          </ac:spMkLst>
        </pc:spChg>
        <pc:spChg chg="add del mod">
          <ac:chgData name="William Estes" userId="a88fcdbc31b6f594" providerId="Windows Live" clId="Web-{9A13FC9E-B1FD-4331-8DEB-C92A75EF0933}" dt="2020-09-16T02:05:49.283" v="1224"/>
          <ac:spMkLst>
            <pc:docMk/>
            <pc:sldMk cId="1088727140" sldId="276"/>
            <ac:spMk id="8" creationId="{4F0BACF5-0324-4D33-924D-6ED044E62EE0}"/>
          </ac:spMkLst>
        </pc:spChg>
        <pc:spChg chg="add mod">
          <ac:chgData name="William Estes" userId="a88fcdbc31b6f594" providerId="Windows Live" clId="Web-{9A13FC9E-B1FD-4331-8DEB-C92A75EF0933}" dt="2020-09-16T02:18:23.624" v="1661" actId="1076"/>
          <ac:spMkLst>
            <pc:docMk/>
            <pc:sldMk cId="1088727140" sldId="276"/>
            <ac:spMk id="9" creationId="{54ED3EFB-5BEA-4189-B89D-D3A0E7762DB6}"/>
          </ac:spMkLst>
        </pc:spChg>
        <pc:spChg chg="add mod">
          <ac:chgData name="William Estes" userId="a88fcdbc31b6f594" providerId="Windows Live" clId="Web-{9A13FC9E-B1FD-4331-8DEB-C92A75EF0933}" dt="2020-09-16T02:19:14.061" v="1670" actId="14100"/>
          <ac:spMkLst>
            <pc:docMk/>
            <pc:sldMk cId="1088727140" sldId="276"/>
            <ac:spMk id="10" creationId="{A958B643-76BC-47A8-8166-425F1C3129AA}"/>
          </ac:spMkLst>
        </pc:spChg>
        <pc:spChg chg="add mod">
          <ac:chgData name="William Estes" userId="a88fcdbc31b6f594" providerId="Windows Live" clId="Web-{9A13FC9E-B1FD-4331-8DEB-C92A75EF0933}" dt="2020-09-16T02:19:24.874" v="1673" actId="14100"/>
          <ac:spMkLst>
            <pc:docMk/>
            <pc:sldMk cId="1088727140" sldId="276"/>
            <ac:spMk id="11" creationId="{0247004A-4FA2-4BA4-933F-5262FC84A21F}"/>
          </ac:spMkLst>
        </pc:spChg>
      </pc:sldChg>
      <pc:sldChg chg="addSp modSp add replId">
        <pc:chgData name="William Estes" userId="a88fcdbc31b6f594" providerId="Windows Live" clId="Web-{9A13FC9E-B1FD-4331-8DEB-C92A75EF0933}" dt="2020-09-16T01:43:27.597" v="743" actId="1076"/>
        <pc:sldMkLst>
          <pc:docMk/>
          <pc:sldMk cId="1995290361" sldId="277"/>
        </pc:sldMkLst>
        <pc:spChg chg="mod">
          <ac:chgData name="William Estes" userId="a88fcdbc31b6f594" providerId="Windows Live" clId="Web-{9A13FC9E-B1FD-4331-8DEB-C92A75EF0933}" dt="2020-09-16T01:43:16.457" v="737" actId="20577"/>
          <ac:spMkLst>
            <pc:docMk/>
            <pc:sldMk cId="1995290361" sldId="277"/>
            <ac:spMk id="5" creationId="{C669C636-A5D5-40EE-90E7-99F8268EECF7}"/>
          </ac:spMkLst>
        </pc:spChg>
        <pc:picChg chg="add mod">
          <ac:chgData name="William Estes" userId="a88fcdbc31b6f594" providerId="Windows Live" clId="Web-{9A13FC9E-B1FD-4331-8DEB-C92A75EF0933}" dt="2020-09-16T01:43:27.597" v="743" actId="1076"/>
          <ac:picMkLst>
            <pc:docMk/>
            <pc:sldMk cId="1995290361" sldId="277"/>
            <ac:picMk id="3" creationId="{4DC5AD0B-0C22-4F24-B3D4-4D60FFED080F}"/>
          </ac:picMkLst>
        </pc:picChg>
      </pc:sldChg>
      <pc:sldChg chg="addSp delSp modSp add replId">
        <pc:chgData name="William Estes" userId="a88fcdbc31b6f594" providerId="Windows Live" clId="Web-{9A13FC9E-B1FD-4331-8DEB-C92A75EF0933}" dt="2020-09-16T02:14:48.672" v="1553" actId="1076"/>
        <pc:sldMkLst>
          <pc:docMk/>
          <pc:sldMk cId="780308126" sldId="278"/>
        </pc:sldMkLst>
        <pc:spChg chg="del">
          <ac:chgData name="William Estes" userId="a88fcdbc31b6f594" providerId="Windows Live" clId="Web-{9A13FC9E-B1FD-4331-8DEB-C92A75EF0933}" dt="2020-09-16T02:14:26.297" v="1546"/>
          <ac:spMkLst>
            <pc:docMk/>
            <pc:sldMk cId="780308126" sldId="278"/>
            <ac:spMk id="2" creationId="{5953E15F-1BAC-4D55-B9BE-245249298F9E}"/>
          </ac:spMkLst>
        </pc:spChg>
        <pc:spChg chg="del mod">
          <ac:chgData name="William Estes" userId="a88fcdbc31b6f594" providerId="Windows Live" clId="Web-{9A13FC9E-B1FD-4331-8DEB-C92A75EF0933}" dt="2020-09-16T02:14:32.265" v="1548"/>
          <ac:spMkLst>
            <pc:docMk/>
            <pc:sldMk cId="780308126" sldId="278"/>
            <ac:spMk id="5" creationId="{C669C636-A5D5-40EE-90E7-99F8268EECF7}"/>
          </ac:spMkLst>
        </pc:spChg>
        <pc:spChg chg="add del mod">
          <ac:chgData name="William Estes" userId="a88fcdbc31b6f594" providerId="Windows Live" clId="Web-{9A13FC9E-B1FD-4331-8DEB-C92A75EF0933}" dt="2020-09-16T02:14:29.312" v="1547"/>
          <ac:spMkLst>
            <pc:docMk/>
            <pc:sldMk cId="780308126" sldId="278"/>
            <ac:spMk id="7" creationId="{E09396E8-740B-4DDB-AD61-F5417CB09DBD}"/>
          </ac:spMkLst>
        </pc:spChg>
        <pc:picChg chg="add mod">
          <ac:chgData name="William Estes" userId="a88fcdbc31b6f594" providerId="Windows Live" clId="Web-{9A13FC9E-B1FD-4331-8DEB-C92A75EF0933}" dt="2020-09-16T02:14:46.672" v="1552" actId="1076"/>
          <ac:picMkLst>
            <pc:docMk/>
            <pc:sldMk cId="780308126" sldId="278"/>
            <ac:picMk id="3" creationId="{C530B51A-8BA0-4111-BCEE-15B6503138AF}"/>
          </ac:picMkLst>
        </pc:picChg>
        <pc:picChg chg="add mod">
          <ac:chgData name="William Estes" userId="a88fcdbc31b6f594" providerId="Windows Live" clId="Web-{9A13FC9E-B1FD-4331-8DEB-C92A75EF0933}" dt="2020-09-16T02:14:48.672" v="1553" actId="1076"/>
          <ac:picMkLst>
            <pc:docMk/>
            <pc:sldMk cId="780308126" sldId="278"/>
            <ac:picMk id="4" creationId="{AFE6BD1E-AC8A-47CD-A014-8FA86F55BE3D}"/>
          </ac:picMkLst>
        </pc:picChg>
      </pc:sldChg>
      <pc:sldChg chg="new del">
        <pc:chgData name="William Estes" userId="a88fcdbc31b6f594" providerId="Windows Live" clId="Web-{9A13FC9E-B1FD-4331-8DEB-C92A75EF0933}" dt="2020-09-16T02:25:03.044" v="1704"/>
        <pc:sldMkLst>
          <pc:docMk/>
          <pc:sldMk cId="664487871" sldId="279"/>
        </pc:sldMkLst>
      </pc:sldChg>
      <pc:sldChg chg="addSp delSp modSp add replId">
        <pc:chgData name="William Estes" userId="a88fcdbc31b6f594" providerId="Windows Live" clId="Web-{9A13FC9E-B1FD-4331-8DEB-C92A75EF0933}" dt="2020-09-16T02:29:00.746" v="1783" actId="20577"/>
        <pc:sldMkLst>
          <pc:docMk/>
          <pc:sldMk cId="1568735386" sldId="279"/>
        </pc:sldMkLst>
        <pc:spChg chg="mod">
          <ac:chgData name="William Estes" userId="a88fcdbc31b6f594" providerId="Windows Live" clId="Web-{9A13FC9E-B1FD-4331-8DEB-C92A75EF0933}" dt="2020-09-16T02:29:00.746" v="1783" actId="20577"/>
          <ac:spMkLst>
            <pc:docMk/>
            <pc:sldMk cId="1568735386" sldId="279"/>
            <ac:spMk id="5" creationId="{C669C636-A5D5-40EE-90E7-99F8268EECF7}"/>
          </ac:spMkLst>
        </pc:spChg>
        <pc:spChg chg="del">
          <ac:chgData name="William Estes" userId="a88fcdbc31b6f594" providerId="Windows Live" clId="Web-{9A13FC9E-B1FD-4331-8DEB-C92A75EF0933}" dt="2020-09-16T02:25:10.201" v="1707"/>
          <ac:spMkLst>
            <pc:docMk/>
            <pc:sldMk cId="1568735386" sldId="279"/>
            <ac:spMk id="8" creationId="{F3B87A8B-3F2A-4901-B10D-07D5EB9A7ED0}"/>
          </ac:spMkLst>
        </pc:spChg>
        <pc:picChg chg="add mod">
          <ac:chgData name="William Estes" userId="a88fcdbc31b6f594" providerId="Windows Live" clId="Web-{9A13FC9E-B1FD-4331-8DEB-C92A75EF0933}" dt="2020-09-16T02:28:53.106" v="1773" actId="1076"/>
          <ac:picMkLst>
            <pc:docMk/>
            <pc:sldMk cId="1568735386" sldId="279"/>
            <ac:picMk id="3" creationId="{C761E648-FA87-49B9-A0CC-8B319F069158}"/>
          </ac:picMkLst>
        </pc:picChg>
        <pc:picChg chg="del">
          <ac:chgData name="William Estes" userId="a88fcdbc31b6f594" providerId="Windows Live" clId="Web-{9A13FC9E-B1FD-4331-8DEB-C92A75EF0933}" dt="2020-09-16T02:25:09.608" v="1706"/>
          <ac:picMkLst>
            <pc:docMk/>
            <pc:sldMk cId="1568735386" sldId="279"/>
            <ac:picMk id="4" creationId="{F6CB6D52-BC2E-4B04-896F-535550CB2290}"/>
          </ac:picMkLst>
        </pc:picChg>
        <pc:picChg chg="del">
          <ac:chgData name="William Estes" userId="a88fcdbc31b6f594" providerId="Windows Live" clId="Web-{9A13FC9E-B1FD-4331-8DEB-C92A75EF0933}" dt="2020-09-16T02:25:11.263" v="1709"/>
          <ac:picMkLst>
            <pc:docMk/>
            <pc:sldMk cId="1568735386" sldId="279"/>
            <ac:picMk id="6" creationId="{DED0E424-E2F6-4D4C-931D-AE3E48FC4376}"/>
          </ac:picMkLst>
        </pc:picChg>
        <pc:picChg chg="del">
          <ac:chgData name="William Estes" userId="a88fcdbc31b6f594" providerId="Windows Live" clId="Web-{9A13FC9E-B1FD-4331-8DEB-C92A75EF0933}" dt="2020-09-16T02:25:10.810" v="1708"/>
          <ac:picMkLst>
            <pc:docMk/>
            <pc:sldMk cId="1568735386" sldId="279"/>
            <ac:picMk id="7" creationId="{1F18B12D-4840-4E1D-B5E5-F02FCA444FF2}"/>
          </ac:picMkLst>
        </pc:picChg>
        <pc:picChg chg="add mod">
          <ac:chgData name="William Estes" userId="a88fcdbc31b6f594" providerId="Windows Live" clId="Web-{9A13FC9E-B1FD-4331-8DEB-C92A75EF0933}" dt="2020-09-16T02:28:48.574" v="1771" actId="1076"/>
          <ac:picMkLst>
            <pc:docMk/>
            <pc:sldMk cId="1568735386" sldId="279"/>
            <ac:picMk id="9" creationId="{78A9CB50-99D5-42B7-8A9E-6226B9512C76}"/>
          </ac:picMkLst>
        </pc:picChg>
      </pc:sldChg>
    </pc:docChg>
  </pc:docChgLst>
  <pc:docChgLst>
    <pc:chgData name="William Estes" userId="a88fcdbc31b6f594" providerId="Windows Live" clId="Web-{4B071E7A-94F0-439E-974C-D7360378474A}"/>
    <pc:docChg chg="addSld delSld modSld sldOrd addMainMaster delMainMaster">
      <pc:chgData name="William Estes" userId="a88fcdbc31b6f594" providerId="Windows Live" clId="Web-{4B071E7A-94F0-439E-974C-D7360378474A}" dt="2020-09-08T20:21:06.883" v="332" actId="20577"/>
      <pc:docMkLst>
        <pc:docMk/>
      </pc:docMkLst>
      <pc:sldChg chg="addSp delSp modSp del mod ord setBg modClrScheme delDesignElem chgLayout">
        <pc:chgData name="William Estes" userId="a88fcdbc31b6f594" providerId="Windows Live" clId="Web-{4B071E7A-94F0-439E-974C-D7360378474A}" dt="2020-09-08T19:52:49.355" v="7"/>
        <pc:sldMkLst>
          <pc:docMk/>
          <pc:sldMk cId="109857222" sldId="256"/>
        </pc:sldMkLst>
        <pc:spChg chg="mod ord">
          <ac:chgData name="William Estes" userId="a88fcdbc31b6f594" providerId="Windows Live" clId="Web-{4B071E7A-94F0-439E-974C-D7360378474A}" dt="2020-09-08T19:52:21.996" v="4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William Estes" userId="a88fcdbc31b6f594" providerId="Windows Live" clId="Web-{4B071E7A-94F0-439E-974C-D7360378474A}" dt="2020-09-08T19:52:21.996" v="4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William Estes" userId="a88fcdbc31b6f594" providerId="Windows Live" clId="Web-{4B071E7A-94F0-439E-974C-D7360378474A}" dt="2020-09-08T19:52:21.996" v="4"/>
          <ac:spMkLst>
            <pc:docMk/>
            <pc:sldMk cId="109857222" sldId="256"/>
            <ac:spMk id="9" creationId="{8B646C36-EEEC-4D52-8E8E-206F4CD8A3DA}"/>
          </ac:spMkLst>
        </pc:spChg>
        <pc:spChg chg="add del">
          <ac:chgData name="William Estes" userId="a88fcdbc31b6f594" providerId="Windows Live" clId="Web-{4B071E7A-94F0-439E-974C-D7360378474A}" dt="2020-09-08T19:52:21.996" v="4"/>
          <ac:spMkLst>
            <pc:docMk/>
            <pc:sldMk cId="109857222" sldId="256"/>
            <ac:spMk id="15" creationId="{D6CA2F4C-8E9E-4BCD-B6E8-A68A311CA651}"/>
          </ac:spMkLst>
        </pc:spChg>
        <pc:spChg chg="add del">
          <ac:chgData name="William Estes" userId="a88fcdbc31b6f594" providerId="Windows Live" clId="Web-{4B071E7A-94F0-439E-974C-D7360378474A}" dt="2020-09-08T19:52:21.996" v="4"/>
          <ac:spMkLst>
            <pc:docMk/>
            <pc:sldMk cId="109857222" sldId="256"/>
            <ac:spMk id="17" creationId="{4D1A5E71-B6B6-486A-8CDC-C7ABD9B903F6}"/>
          </ac:spMkLst>
        </pc:spChg>
        <pc:spChg chg="add del">
          <ac:chgData name="William Estes" userId="a88fcdbc31b6f594" providerId="Windows Live" clId="Web-{4B071E7A-94F0-439E-974C-D7360378474A}" dt="2020-09-08T19:52:21.996" v="4"/>
          <ac:spMkLst>
            <pc:docMk/>
            <pc:sldMk cId="109857222" sldId="256"/>
            <ac:spMk id="19" creationId="{6004781B-698F-46D5-AADD-8AE9211719D8}"/>
          </ac:spMkLst>
        </pc:spChg>
        <pc:spChg chg="add del">
          <ac:chgData name="William Estes" userId="a88fcdbc31b6f594" providerId="Windows Live" clId="Web-{4B071E7A-94F0-439E-974C-D7360378474A}" dt="2020-09-08T19:52:21.996" v="4"/>
          <ac:spMkLst>
            <pc:docMk/>
            <pc:sldMk cId="109857222" sldId="256"/>
            <ac:spMk id="21" creationId="{4FB204DF-284E-45F6-A017-79A4DF57BCCB}"/>
          </ac:spMkLst>
        </pc:spChg>
        <pc:spChg chg="add del">
          <ac:chgData name="William Estes" userId="a88fcdbc31b6f594" providerId="Windows Live" clId="Web-{4B071E7A-94F0-439E-974C-D7360378474A}" dt="2020-09-08T19:52:21.996" v="4"/>
          <ac:spMkLst>
            <pc:docMk/>
            <pc:sldMk cId="109857222" sldId="256"/>
            <ac:spMk id="23" creationId="{96FD6442-EB7D-4992-8D41-0B7FFDCB43E1}"/>
          </ac:spMkLst>
        </pc:spChg>
        <pc:grpChg chg="add del">
          <ac:chgData name="William Estes" userId="a88fcdbc31b6f594" providerId="Windows Live" clId="Web-{4B071E7A-94F0-439E-974C-D7360378474A}" dt="2020-09-08T19:52:21.996" v="4"/>
          <ac:grpSpMkLst>
            <pc:docMk/>
            <pc:sldMk cId="109857222" sldId="256"/>
            <ac:grpSpMk id="11" creationId="{308C40F4-6A24-4867-B726-B552DB0807B5}"/>
          </ac:grpSpMkLst>
        </pc:grpChg>
        <pc:picChg chg="add">
          <ac:chgData name="William Estes" userId="a88fcdbc31b6f594" providerId="Windows Live" clId="Web-{4B071E7A-94F0-439E-974C-D7360378474A}" dt="2020-09-08T19:51:12.355" v="0"/>
          <ac:picMkLst>
            <pc:docMk/>
            <pc:sldMk cId="109857222" sldId="256"/>
            <ac:picMk id="4" creationId="{2701C1EF-7C39-4E8A-AA43-C6608B7BF75C}"/>
          </ac:picMkLst>
        </pc:picChg>
      </pc:sldChg>
      <pc:sldChg chg="addSp delSp modSp new mod setBg modClrScheme delDesignElem chgLayout">
        <pc:chgData name="William Estes" userId="a88fcdbc31b6f594" providerId="Windows Live" clId="Web-{4B071E7A-94F0-439E-974C-D7360378474A}" dt="2020-09-08T20:15:46.759" v="208"/>
        <pc:sldMkLst>
          <pc:docMk/>
          <pc:sldMk cId="1240628280" sldId="256"/>
        </pc:sldMkLst>
        <pc:spChg chg="mod ord">
          <ac:chgData name="William Estes" userId="a88fcdbc31b6f594" providerId="Windows Live" clId="Web-{4B071E7A-94F0-439E-974C-D7360378474A}" dt="2020-09-08T20:15:46.759" v="208"/>
          <ac:spMkLst>
            <pc:docMk/>
            <pc:sldMk cId="1240628280" sldId="256"/>
            <ac:spMk id="2" creationId="{B2776466-8FE8-4BF4-B8F9-498ABBCF892D}"/>
          </ac:spMkLst>
        </pc:spChg>
        <pc:spChg chg="mod ord">
          <ac:chgData name="William Estes" userId="a88fcdbc31b6f594" providerId="Windows Live" clId="Web-{4B071E7A-94F0-439E-974C-D7360378474A}" dt="2020-09-08T20:15:46.759" v="208"/>
          <ac:spMkLst>
            <pc:docMk/>
            <pc:sldMk cId="1240628280" sldId="256"/>
            <ac:spMk id="3" creationId="{7B75787E-F434-4372-9300-1B06986DEA2D}"/>
          </ac:spMkLst>
        </pc:spChg>
        <pc:cxnChg chg="add del">
          <ac:chgData name="William Estes" userId="a88fcdbc31b6f594" providerId="Windows Live" clId="Web-{4B071E7A-94F0-439E-974C-D7360378474A}" dt="2020-09-08T20:11:27.915" v="90"/>
          <ac:cxnSpMkLst>
            <pc:docMk/>
            <pc:sldMk cId="1240628280" sldId="256"/>
            <ac:cxnSpMk id="8" creationId="{D7E8ECA2-60A0-4D39-817D-F1E982ED7F9B}"/>
          </ac:cxnSpMkLst>
        </pc:cxnChg>
      </pc:sldChg>
      <pc:sldChg chg="addSp delSp modSp new mod setBg modClrScheme setClrOvrMap delDesignElem chgLayout">
        <pc:chgData name="William Estes" userId="a88fcdbc31b6f594" providerId="Windows Live" clId="Web-{4B071E7A-94F0-439E-974C-D7360378474A}" dt="2020-09-08T20:18:40.790" v="294" actId="14100"/>
        <pc:sldMkLst>
          <pc:docMk/>
          <pc:sldMk cId="2953903949" sldId="257"/>
        </pc:sldMkLst>
        <pc:spChg chg="mod ord">
          <ac:chgData name="William Estes" userId="a88fcdbc31b6f594" providerId="Windows Live" clId="Web-{4B071E7A-94F0-439E-974C-D7360378474A}" dt="2020-09-08T20:15:46.759" v="208"/>
          <ac:spMkLst>
            <pc:docMk/>
            <pc:sldMk cId="2953903949" sldId="257"/>
            <ac:spMk id="2" creationId="{5953E15F-1BAC-4D55-B9BE-245249298F9E}"/>
          </ac:spMkLst>
        </pc:spChg>
        <pc:spChg chg="mod ord">
          <ac:chgData name="William Estes" userId="a88fcdbc31b6f594" providerId="Windows Live" clId="Web-{4B071E7A-94F0-439E-974C-D7360378474A}" dt="2020-09-08T20:18:40.790" v="294" actId="14100"/>
          <ac:spMkLst>
            <pc:docMk/>
            <pc:sldMk cId="2953903949" sldId="257"/>
            <ac:spMk id="3" creationId="{77C9C8CB-20B5-410E-AF3D-5F1CB3BC03C6}"/>
          </ac:spMkLst>
        </pc:spChg>
        <pc:spChg chg="add del">
          <ac:chgData name="William Estes" userId="a88fcdbc31b6f594" providerId="Windows Live" clId="Web-{4B071E7A-94F0-439E-974C-D7360378474A}" dt="2020-09-08T20:07:11.728" v="13"/>
          <ac:spMkLst>
            <pc:docMk/>
            <pc:sldMk cId="2953903949" sldId="257"/>
            <ac:spMk id="8" creationId="{5690F3EE-0CD1-4520-B020-4E1DF3141C74}"/>
          </ac:spMkLst>
        </pc:spChg>
        <pc:spChg chg="add del">
          <ac:chgData name="William Estes" userId="a88fcdbc31b6f594" providerId="Windows Live" clId="Web-{4B071E7A-94F0-439E-974C-D7360378474A}" dt="2020-09-08T20:07:11.728" v="13"/>
          <ac:spMkLst>
            <pc:docMk/>
            <pc:sldMk cId="2953903949" sldId="257"/>
            <ac:spMk id="10" creationId="{9EFDE1E9-7FE0-45CA-9DE2-237F77319A9F}"/>
          </ac:spMkLst>
        </pc:spChg>
      </pc:sldChg>
      <pc:sldChg chg="addSp modSp new del mod ord setBg modClrScheme chgLayout">
        <pc:chgData name="William Estes" userId="a88fcdbc31b6f594" providerId="Windows Live" clId="Web-{4B071E7A-94F0-439E-974C-D7360378474A}" dt="2020-09-08T19:52:49.355" v="6"/>
        <pc:sldMkLst>
          <pc:docMk/>
          <pc:sldMk cId="3795670772" sldId="257"/>
        </pc:sldMkLst>
        <pc:spChg chg="mod ord">
          <ac:chgData name="William Estes" userId="a88fcdbc31b6f594" providerId="Windows Live" clId="Web-{4B071E7A-94F0-439E-974C-D7360378474A}" dt="2020-09-08T19:52:35.917" v="5"/>
          <ac:spMkLst>
            <pc:docMk/>
            <pc:sldMk cId="3795670772" sldId="257"/>
            <ac:spMk id="2" creationId="{3B27DBC9-7D19-49C8-A3DF-B498FDAD1273}"/>
          </ac:spMkLst>
        </pc:spChg>
        <pc:spChg chg="mod ord">
          <ac:chgData name="William Estes" userId="a88fcdbc31b6f594" providerId="Windows Live" clId="Web-{4B071E7A-94F0-439E-974C-D7360378474A}" dt="2020-09-08T19:52:35.917" v="5"/>
          <ac:spMkLst>
            <pc:docMk/>
            <pc:sldMk cId="3795670772" sldId="257"/>
            <ac:spMk id="3" creationId="{4E42497A-75F6-43D4-9A34-BCAC219DECF6}"/>
          </ac:spMkLst>
        </pc:spChg>
        <pc:spChg chg="add">
          <ac:chgData name="William Estes" userId="a88fcdbc31b6f594" providerId="Windows Live" clId="Web-{4B071E7A-94F0-439E-974C-D7360378474A}" dt="2020-09-08T19:52:35.917" v="5"/>
          <ac:spMkLst>
            <pc:docMk/>
            <pc:sldMk cId="3795670772" sldId="257"/>
            <ac:spMk id="8" creationId="{8BCFA5F4-1A8E-48F5-9209-7F24485B1D78}"/>
          </ac:spMkLst>
        </pc:spChg>
        <pc:spChg chg="add">
          <ac:chgData name="William Estes" userId="a88fcdbc31b6f594" providerId="Windows Live" clId="Web-{4B071E7A-94F0-439E-974C-D7360378474A}" dt="2020-09-08T19:52:35.917" v="5"/>
          <ac:spMkLst>
            <pc:docMk/>
            <pc:sldMk cId="3795670772" sldId="257"/>
            <ac:spMk id="10" creationId="{A8074621-AE44-40C4-8323-DF5185BC954E}"/>
          </ac:spMkLst>
        </pc:spChg>
      </pc:sldChg>
      <pc:sldChg chg="modSp add mod replId modClrScheme chgLayout">
        <pc:chgData name="William Estes" userId="a88fcdbc31b6f594" providerId="Windows Live" clId="Web-{4B071E7A-94F0-439E-974C-D7360378474A}" dt="2020-09-08T20:20:38.742" v="323" actId="20577"/>
        <pc:sldMkLst>
          <pc:docMk/>
          <pc:sldMk cId="3740133377" sldId="258"/>
        </pc:sldMkLst>
        <pc:spChg chg="mod ord">
          <ac:chgData name="William Estes" userId="a88fcdbc31b6f594" providerId="Windows Live" clId="Web-{4B071E7A-94F0-439E-974C-D7360378474A}" dt="2020-09-08T20:15:46.759" v="208"/>
          <ac:spMkLst>
            <pc:docMk/>
            <pc:sldMk cId="3740133377" sldId="258"/>
            <ac:spMk id="2" creationId="{5953E15F-1BAC-4D55-B9BE-245249298F9E}"/>
          </ac:spMkLst>
        </pc:spChg>
        <pc:spChg chg="mod ord">
          <ac:chgData name="William Estes" userId="a88fcdbc31b6f594" providerId="Windows Live" clId="Web-{4B071E7A-94F0-439E-974C-D7360378474A}" dt="2020-09-08T20:20:38.742" v="323" actId="20577"/>
          <ac:spMkLst>
            <pc:docMk/>
            <pc:sldMk cId="3740133377" sldId="258"/>
            <ac:spMk id="3" creationId="{77C9C8CB-20B5-410E-AF3D-5F1CB3BC03C6}"/>
          </ac:spMkLst>
        </pc:spChg>
      </pc:sldChg>
      <pc:sldChg chg="modSp add replId">
        <pc:chgData name="William Estes" userId="a88fcdbc31b6f594" providerId="Windows Live" clId="Web-{4B071E7A-94F0-439E-974C-D7360378474A}" dt="2020-09-08T20:21:06.883" v="331" actId="20577"/>
        <pc:sldMkLst>
          <pc:docMk/>
          <pc:sldMk cId="1168183476" sldId="259"/>
        </pc:sldMkLst>
        <pc:spChg chg="mod">
          <ac:chgData name="William Estes" userId="a88fcdbc31b6f594" providerId="Windows Live" clId="Web-{4B071E7A-94F0-439E-974C-D7360378474A}" dt="2020-09-08T20:21:06.883" v="331" actId="20577"/>
          <ac:spMkLst>
            <pc:docMk/>
            <pc:sldMk cId="1168183476" sldId="259"/>
            <ac:spMk id="3" creationId="{77C9C8CB-20B5-410E-AF3D-5F1CB3BC03C6}"/>
          </ac:spMkLst>
        </pc:spChg>
      </pc:sldChg>
      <pc:sldMasterChg chg="del delSldLayout">
        <pc:chgData name="William Estes" userId="a88fcdbc31b6f594" providerId="Windows Live" clId="Web-{4B071E7A-94F0-439E-974C-D7360378474A}" dt="2020-09-08T19:51:12.355" v="0"/>
        <pc:sldMasterMkLst>
          <pc:docMk/>
          <pc:sldMasterMk cId="2460954070" sldId="2147483660"/>
        </pc:sldMasterMkLst>
        <pc:sldLayoutChg chg="del">
          <pc:chgData name="William Estes" userId="a88fcdbc31b6f594" providerId="Windows Live" clId="Web-{4B071E7A-94F0-439E-974C-D7360378474A}" dt="2020-09-08T19:51:12.355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William Estes" userId="a88fcdbc31b6f594" providerId="Windows Live" clId="Web-{4B071E7A-94F0-439E-974C-D7360378474A}" dt="2020-09-08T19:51:12.355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William Estes" userId="a88fcdbc31b6f594" providerId="Windows Live" clId="Web-{4B071E7A-94F0-439E-974C-D7360378474A}" dt="2020-09-08T19:51:12.355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William Estes" userId="a88fcdbc31b6f594" providerId="Windows Live" clId="Web-{4B071E7A-94F0-439E-974C-D7360378474A}" dt="2020-09-08T19:51:12.355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William Estes" userId="a88fcdbc31b6f594" providerId="Windows Live" clId="Web-{4B071E7A-94F0-439E-974C-D7360378474A}" dt="2020-09-08T19:51:12.355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William Estes" userId="a88fcdbc31b6f594" providerId="Windows Live" clId="Web-{4B071E7A-94F0-439E-974C-D7360378474A}" dt="2020-09-08T19:51:12.355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William Estes" userId="a88fcdbc31b6f594" providerId="Windows Live" clId="Web-{4B071E7A-94F0-439E-974C-D7360378474A}" dt="2020-09-08T19:51:12.355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William Estes" userId="a88fcdbc31b6f594" providerId="Windows Live" clId="Web-{4B071E7A-94F0-439E-974C-D7360378474A}" dt="2020-09-08T19:51:12.355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William Estes" userId="a88fcdbc31b6f594" providerId="Windows Live" clId="Web-{4B071E7A-94F0-439E-974C-D7360378474A}" dt="2020-09-08T19:51:12.355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William Estes" userId="a88fcdbc31b6f594" providerId="Windows Live" clId="Web-{4B071E7A-94F0-439E-974C-D7360378474A}" dt="2020-09-08T19:51:12.355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William Estes" userId="a88fcdbc31b6f594" providerId="Windows Live" clId="Web-{4B071E7A-94F0-439E-974C-D7360378474A}" dt="2020-09-08T19:51:12.355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replId addSldLayout delSldLayout">
        <pc:chgData name="William Estes" userId="a88fcdbc31b6f594" providerId="Windows Live" clId="Web-{4B071E7A-94F0-439E-974C-D7360378474A}" dt="2020-09-08T19:52:21.996" v="4"/>
        <pc:sldMasterMkLst>
          <pc:docMk/>
          <pc:sldMasterMk cId="1515667286" sldId="2147483672"/>
        </pc:sldMasterMkLst>
        <pc:sldLayoutChg chg="add del">
          <pc:chgData name="William Estes" userId="a88fcdbc31b6f594" providerId="Windows Live" clId="Web-{4B071E7A-94F0-439E-974C-D7360378474A}" dt="2020-09-08T19:52:21.996" v="4"/>
          <pc:sldLayoutMkLst>
            <pc:docMk/>
            <pc:sldMasterMk cId="1515667286" sldId="2147483672"/>
            <pc:sldLayoutMk cId="4166670947" sldId="2147483673"/>
          </pc:sldLayoutMkLst>
        </pc:sldLayoutChg>
        <pc:sldLayoutChg chg="add del replId">
          <pc:chgData name="William Estes" userId="a88fcdbc31b6f594" providerId="Windows Live" clId="Web-{4B071E7A-94F0-439E-974C-D7360378474A}" dt="2020-09-08T19:52:21.996" v="4"/>
          <pc:sldLayoutMkLst>
            <pc:docMk/>
            <pc:sldMasterMk cId="1515667286" sldId="2147483672"/>
            <pc:sldLayoutMk cId="856699838" sldId="2147483674"/>
          </pc:sldLayoutMkLst>
        </pc:sldLayoutChg>
        <pc:sldLayoutChg chg="add del replId">
          <pc:chgData name="William Estes" userId="a88fcdbc31b6f594" providerId="Windows Live" clId="Web-{4B071E7A-94F0-439E-974C-D7360378474A}" dt="2020-09-08T19:52:21.996" v="4"/>
          <pc:sldLayoutMkLst>
            <pc:docMk/>
            <pc:sldMasterMk cId="1515667286" sldId="2147483672"/>
            <pc:sldLayoutMk cId="237912044" sldId="2147483675"/>
          </pc:sldLayoutMkLst>
        </pc:sldLayoutChg>
        <pc:sldLayoutChg chg="add del replId">
          <pc:chgData name="William Estes" userId="a88fcdbc31b6f594" providerId="Windows Live" clId="Web-{4B071E7A-94F0-439E-974C-D7360378474A}" dt="2020-09-08T19:52:21.996" v="4"/>
          <pc:sldLayoutMkLst>
            <pc:docMk/>
            <pc:sldMasterMk cId="1515667286" sldId="2147483672"/>
            <pc:sldLayoutMk cId="3718937983" sldId="2147483676"/>
          </pc:sldLayoutMkLst>
        </pc:sldLayoutChg>
        <pc:sldLayoutChg chg="add del replId">
          <pc:chgData name="William Estes" userId="a88fcdbc31b6f594" providerId="Windows Live" clId="Web-{4B071E7A-94F0-439E-974C-D7360378474A}" dt="2020-09-08T19:52:21.996" v="4"/>
          <pc:sldLayoutMkLst>
            <pc:docMk/>
            <pc:sldMasterMk cId="1515667286" sldId="2147483672"/>
            <pc:sldLayoutMk cId="3489047773" sldId="2147483677"/>
          </pc:sldLayoutMkLst>
        </pc:sldLayoutChg>
        <pc:sldLayoutChg chg="add del replId">
          <pc:chgData name="William Estes" userId="a88fcdbc31b6f594" providerId="Windows Live" clId="Web-{4B071E7A-94F0-439E-974C-D7360378474A}" dt="2020-09-08T19:52:21.996" v="4"/>
          <pc:sldLayoutMkLst>
            <pc:docMk/>
            <pc:sldMasterMk cId="1515667286" sldId="2147483672"/>
            <pc:sldLayoutMk cId="187681715" sldId="2147483678"/>
          </pc:sldLayoutMkLst>
        </pc:sldLayoutChg>
        <pc:sldLayoutChg chg="add del replId">
          <pc:chgData name="William Estes" userId="a88fcdbc31b6f594" providerId="Windows Live" clId="Web-{4B071E7A-94F0-439E-974C-D7360378474A}" dt="2020-09-08T19:52:21.996" v="4"/>
          <pc:sldLayoutMkLst>
            <pc:docMk/>
            <pc:sldMasterMk cId="1515667286" sldId="2147483672"/>
            <pc:sldLayoutMk cId="53671559" sldId="2147483679"/>
          </pc:sldLayoutMkLst>
        </pc:sldLayoutChg>
        <pc:sldLayoutChg chg="add del replId">
          <pc:chgData name="William Estes" userId="a88fcdbc31b6f594" providerId="Windows Live" clId="Web-{4B071E7A-94F0-439E-974C-D7360378474A}" dt="2020-09-08T19:52:21.996" v="4"/>
          <pc:sldLayoutMkLst>
            <pc:docMk/>
            <pc:sldMasterMk cId="1515667286" sldId="2147483672"/>
            <pc:sldLayoutMk cId="3031983413" sldId="2147483680"/>
          </pc:sldLayoutMkLst>
        </pc:sldLayoutChg>
        <pc:sldLayoutChg chg="add del replId">
          <pc:chgData name="William Estes" userId="a88fcdbc31b6f594" providerId="Windows Live" clId="Web-{4B071E7A-94F0-439E-974C-D7360378474A}" dt="2020-09-08T19:52:21.996" v="4"/>
          <pc:sldLayoutMkLst>
            <pc:docMk/>
            <pc:sldMasterMk cId="1515667286" sldId="2147483672"/>
            <pc:sldLayoutMk cId="2389806745" sldId="2147483681"/>
          </pc:sldLayoutMkLst>
        </pc:sldLayoutChg>
        <pc:sldLayoutChg chg="add del replId">
          <pc:chgData name="William Estes" userId="a88fcdbc31b6f594" providerId="Windows Live" clId="Web-{4B071E7A-94F0-439E-974C-D7360378474A}" dt="2020-09-08T19:52:21.996" v="4"/>
          <pc:sldLayoutMkLst>
            <pc:docMk/>
            <pc:sldMasterMk cId="1515667286" sldId="2147483672"/>
            <pc:sldLayoutMk cId="2634244765" sldId="2147483682"/>
          </pc:sldLayoutMkLst>
        </pc:sldLayoutChg>
        <pc:sldLayoutChg chg="add del replId">
          <pc:chgData name="William Estes" userId="a88fcdbc31b6f594" providerId="Windows Live" clId="Web-{4B071E7A-94F0-439E-974C-D7360378474A}" dt="2020-09-08T19:52:21.996" v="4"/>
          <pc:sldLayoutMkLst>
            <pc:docMk/>
            <pc:sldMasterMk cId="1515667286" sldId="2147483672"/>
            <pc:sldLayoutMk cId="3848915248" sldId="2147483683"/>
          </pc:sldLayoutMkLst>
        </pc:sldLayoutChg>
      </pc:sldMasterChg>
      <pc:sldMasterChg chg="add del addSldLayout delSldLayout modSldLayout">
        <pc:chgData name="William Estes" userId="a88fcdbc31b6f594" providerId="Windows Live" clId="Web-{4B071E7A-94F0-439E-974C-D7360378474A}" dt="2020-09-08T19:53:03.605" v="9"/>
        <pc:sldMasterMkLst>
          <pc:docMk/>
          <pc:sldMasterMk cId="1974064387" sldId="2147483684"/>
        </pc:sldMasterMkLst>
        <pc:sldLayoutChg chg="add del mod replId">
          <pc:chgData name="William Estes" userId="a88fcdbc31b6f594" providerId="Windows Live" clId="Web-{4B071E7A-94F0-439E-974C-D7360378474A}" dt="2020-09-08T19:53:03.605" v="9"/>
          <pc:sldLayoutMkLst>
            <pc:docMk/>
            <pc:sldMasterMk cId="1974064387" sldId="2147483684"/>
            <pc:sldLayoutMk cId="3773842064" sldId="2147483685"/>
          </pc:sldLayoutMkLst>
        </pc:sldLayoutChg>
        <pc:sldLayoutChg chg="add del mod replId">
          <pc:chgData name="William Estes" userId="a88fcdbc31b6f594" providerId="Windows Live" clId="Web-{4B071E7A-94F0-439E-974C-D7360378474A}" dt="2020-09-08T19:53:03.605" v="9"/>
          <pc:sldLayoutMkLst>
            <pc:docMk/>
            <pc:sldMasterMk cId="1974064387" sldId="2147483684"/>
            <pc:sldLayoutMk cId="2781892140" sldId="2147483686"/>
          </pc:sldLayoutMkLst>
        </pc:sldLayoutChg>
        <pc:sldLayoutChg chg="add del mod replId">
          <pc:chgData name="William Estes" userId="a88fcdbc31b6f594" providerId="Windows Live" clId="Web-{4B071E7A-94F0-439E-974C-D7360378474A}" dt="2020-09-08T19:53:03.605" v="9"/>
          <pc:sldLayoutMkLst>
            <pc:docMk/>
            <pc:sldMasterMk cId="1974064387" sldId="2147483684"/>
            <pc:sldLayoutMk cId="798497422" sldId="2147483687"/>
          </pc:sldLayoutMkLst>
        </pc:sldLayoutChg>
        <pc:sldLayoutChg chg="add del mod replId">
          <pc:chgData name="William Estes" userId="a88fcdbc31b6f594" providerId="Windows Live" clId="Web-{4B071E7A-94F0-439E-974C-D7360378474A}" dt="2020-09-08T19:53:03.605" v="9"/>
          <pc:sldLayoutMkLst>
            <pc:docMk/>
            <pc:sldMasterMk cId="1974064387" sldId="2147483684"/>
            <pc:sldLayoutMk cId="1862710437" sldId="2147483688"/>
          </pc:sldLayoutMkLst>
        </pc:sldLayoutChg>
        <pc:sldLayoutChg chg="add del mod replId">
          <pc:chgData name="William Estes" userId="a88fcdbc31b6f594" providerId="Windows Live" clId="Web-{4B071E7A-94F0-439E-974C-D7360378474A}" dt="2020-09-08T19:53:03.605" v="9"/>
          <pc:sldLayoutMkLst>
            <pc:docMk/>
            <pc:sldMasterMk cId="1974064387" sldId="2147483684"/>
            <pc:sldLayoutMk cId="3479371926" sldId="2147483689"/>
          </pc:sldLayoutMkLst>
        </pc:sldLayoutChg>
        <pc:sldLayoutChg chg="add del mod replId">
          <pc:chgData name="William Estes" userId="a88fcdbc31b6f594" providerId="Windows Live" clId="Web-{4B071E7A-94F0-439E-974C-D7360378474A}" dt="2020-09-08T19:53:03.605" v="9"/>
          <pc:sldLayoutMkLst>
            <pc:docMk/>
            <pc:sldMasterMk cId="1974064387" sldId="2147483684"/>
            <pc:sldLayoutMk cId="3637281787" sldId="2147483690"/>
          </pc:sldLayoutMkLst>
        </pc:sldLayoutChg>
        <pc:sldLayoutChg chg="add del mod replId">
          <pc:chgData name="William Estes" userId="a88fcdbc31b6f594" providerId="Windows Live" clId="Web-{4B071E7A-94F0-439E-974C-D7360378474A}" dt="2020-09-08T19:53:03.605" v="9"/>
          <pc:sldLayoutMkLst>
            <pc:docMk/>
            <pc:sldMasterMk cId="1974064387" sldId="2147483684"/>
            <pc:sldLayoutMk cId="4049683846" sldId="2147483691"/>
          </pc:sldLayoutMkLst>
        </pc:sldLayoutChg>
        <pc:sldLayoutChg chg="add del mod replId">
          <pc:chgData name="William Estes" userId="a88fcdbc31b6f594" providerId="Windows Live" clId="Web-{4B071E7A-94F0-439E-974C-D7360378474A}" dt="2020-09-08T19:53:03.605" v="9"/>
          <pc:sldLayoutMkLst>
            <pc:docMk/>
            <pc:sldMasterMk cId="1974064387" sldId="2147483684"/>
            <pc:sldLayoutMk cId="2160486424" sldId="2147483692"/>
          </pc:sldLayoutMkLst>
        </pc:sldLayoutChg>
        <pc:sldLayoutChg chg="add del mod replId">
          <pc:chgData name="William Estes" userId="a88fcdbc31b6f594" providerId="Windows Live" clId="Web-{4B071E7A-94F0-439E-974C-D7360378474A}" dt="2020-09-08T19:53:03.605" v="9"/>
          <pc:sldLayoutMkLst>
            <pc:docMk/>
            <pc:sldMasterMk cId="1974064387" sldId="2147483684"/>
            <pc:sldLayoutMk cId="4098772113" sldId="2147483693"/>
          </pc:sldLayoutMkLst>
        </pc:sldLayoutChg>
        <pc:sldLayoutChg chg="add del mod replId">
          <pc:chgData name="William Estes" userId="a88fcdbc31b6f594" providerId="Windows Live" clId="Web-{4B071E7A-94F0-439E-974C-D7360378474A}" dt="2020-09-08T19:53:03.605" v="9"/>
          <pc:sldLayoutMkLst>
            <pc:docMk/>
            <pc:sldMasterMk cId="1974064387" sldId="2147483684"/>
            <pc:sldLayoutMk cId="2088728916" sldId="2147483694"/>
          </pc:sldLayoutMkLst>
        </pc:sldLayoutChg>
        <pc:sldLayoutChg chg="add del mod replId">
          <pc:chgData name="William Estes" userId="a88fcdbc31b6f594" providerId="Windows Live" clId="Web-{4B071E7A-94F0-439E-974C-D7360378474A}" dt="2020-09-08T19:53:03.605" v="9"/>
          <pc:sldLayoutMkLst>
            <pc:docMk/>
            <pc:sldMasterMk cId="1974064387" sldId="2147483684"/>
            <pc:sldLayoutMk cId="2791370806" sldId="2147483695"/>
          </pc:sldLayoutMkLst>
        </pc:sldLayoutChg>
        <pc:sldLayoutChg chg="add del mod replId">
          <pc:chgData name="William Estes" userId="a88fcdbc31b6f594" providerId="Windows Live" clId="Web-{4B071E7A-94F0-439E-974C-D7360378474A}" dt="2020-09-08T19:53:03.605" v="9"/>
          <pc:sldLayoutMkLst>
            <pc:docMk/>
            <pc:sldMasterMk cId="1974064387" sldId="2147483684"/>
            <pc:sldLayoutMk cId="3400842402" sldId="2147483696"/>
          </pc:sldLayoutMkLst>
        </pc:sldLayoutChg>
        <pc:sldLayoutChg chg="add del mod replId">
          <pc:chgData name="William Estes" userId="a88fcdbc31b6f594" providerId="Windows Live" clId="Web-{4B071E7A-94F0-439E-974C-D7360378474A}" dt="2020-09-08T19:53:03.605" v="9"/>
          <pc:sldLayoutMkLst>
            <pc:docMk/>
            <pc:sldMasterMk cId="1974064387" sldId="2147483684"/>
            <pc:sldLayoutMk cId="2425218607" sldId="2147483697"/>
          </pc:sldLayoutMkLst>
        </pc:sldLayoutChg>
        <pc:sldLayoutChg chg="add del mod replId">
          <pc:chgData name="William Estes" userId="a88fcdbc31b6f594" providerId="Windows Live" clId="Web-{4B071E7A-94F0-439E-974C-D7360378474A}" dt="2020-09-08T19:53:03.605" v="9"/>
          <pc:sldLayoutMkLst>
            <pc:docMk/>
            <pc:sldMasterMk cId="1974064387" sldId="2147483684"/>
            <pc:sldLayoutMk cId="1972121189" sldId="2147483698"/>
          </pc:sldLayoutMkLst>
        </pc:sldLayoutChg>
        <pc:sldLayoutChg chg="add del mod replId">
          <pc:chgData name="William Estes" userId="a88fcdbc31b6f594" providerId="Windows Live" clId="Web-{4B071E7A-94F0-439E-974C-D7360378474A}" dt="2020-09-08T19:53:03.605" v="9"/>
          <pc:sldLayoutMkLst>
            <pc:docMk/>
            <pc:sldMasterMk cId="1974064387" sldId="2147483684"/>
            <pc:sldLayoutMk cId="2849321859" sldId="2147483699"/>
          </pc:sldLayoutMkLst>
        </pc:sldLayoutChg>
        <pc:sldLayoutChg chg="add del mod replId">
          <pc:chgData name="William Estes" userId="a88fcdbc31b6f594" providerId="Windows Live" clId="Web-{4B071E7A-94F0-439E-974C-D7360378474A}" dt="2020-09-08T19:53:03.605" v="9"/>
          <pc:sldLayoutMkLst>
            <pc:docMk/>
            <pc:sldMasterMk cId="1974064387" sldId="2147483684"/>
            <pc:sldLayoutMk cId="1768339956" sldId="2147483700"/>
          </pc:sldLayoutMkLst>
        </pc:sldLayoutChg>
        <pc:sldLayoutChg chg="add del mod replId">
          <pc:chgData name="William Estes" userId="a88fcdbc31b6f594" providerId="Windows Live" clId="Web-{4B071E7A-94F0-439E-974C-D7360378474A}" dt="2020-09-08T19:53:03.605" v="9"/>
          <pc:sldLayoutMkLst>
            <pc:docMk/>
            <pc:sldMasterMk cId="1974064387" sldId="2147483684"/>
            <pc:sldLayoutMk cId="1707143548" sldId="2147483701"/>
          </pc:sldLayoutMkLst>
        </pc:sldLayoutChg>
      </pc:sldMasterChg>
      <pc:sldMasterChg chg="add del addSldLayout delSldLayout modSldLayout">
        <pc:chgData name="William Estes" userId="a88fcdbc31b6f594" providerId="Windows Live" clId="Web-{4B071E7A-94F0-439E-974C-D7360378474A}" dt="2020-09-08T20:06:46.994" v="11"/>
        <pc:sldMasterMkLst>
          <pc:docMk/>
          <pc:sldMasterMk cId="312594532" sldId="2147483702"/>
        </pc:sldMasterMkLst>
        <pc:sldLayoutChg chg="add del mod replId">
          <pc:chgData name="William Estes" userId="a88fcdbc31b6f594" providerId="Windows Live" clId="Web-{4B071E7A-94F0-439E-974C-D7360378474A}" dt="2020-09-08T20:06:46.994" v="11"/>
          <pc:sldLayoutMkLst>
            <pc:docMk/>
            <pc:sldMasterMk cId="312594532" sldId="2147483702"/>
            <pc:sldLayoutMk cId="3835655488" sldId="2147483703"/>
          </pc:sldLayoutMkLst>
        </pc:sldLayoutChg>
        <pc:sldLayoutChg chg="add del mod replId">
          <pc:chgData name="William Estes" userId="a88fcdbc31b6f594" providerId="Windows Live" clId="Web-{4B071E7A-94F0-439E-974C-D7360378474A}" dt="2020-09-08T20:06:46.994" v="11"/>
          <pc:sldLayoutMkLst>
            <pc:docMk/>
            <pc:sldMasterMk cId="312594532" sldId="2147483702"/>
            <pc:sldLayoutMk cId="1385828869" sldId="2147483704"/>
          </pc:sldLayoutMkLst>
        </pc:sldLayoutChg>
        <pc:sldLayoutChg chg="add del mod replId">
          <pc:chgData name="William Estes" userId="a88fcdbc31b6f594" providerId="Windows Live" clId="Web-{4B071E7A-94F0-439E-974C-D7360378474A}" dt="2020-09-08T20:06:46.994" v="11"/>
          <pc:sldLayoutMkLst>
            <pc:docMk/>
            <pc:sldMasterMk cId="312594532" sldId="2147483702"/>
            <pc:sldLayoutMk cId="2561427916" sldId="2147483705"/>
          </pc:sldLayoutMkLst>
        </pc:sldLayoutChg>
        <pc:sldLayoutChg chg="add del mod replId">
          <pc:chgData name="William Estes" userId="a88fcdbc31b6f594" providerId="Windows Live" clId="Web-{4B071E7A-94F0-439E-974C-D7360378474A}" dt="2020-09-08T20:06:46.994" v="11"/>
          <pc:sldLayoutMkLst>
            <pc:docMk/>
            <pc:sldMasterMk cId="312594532" sldId="2147483702"/>
            <pc:sldLayoutMk cId="3980691089" sldId="2147483706"/>
          </pc:sldLayoutMkLst>
        </pc:sldLayoutChg>
        <pc:sldLayoutChg chg="add del mod replId">
          <pc:chgData name="William Estes" userId="a88fcdbc31b6f594" providerId="Windows Live" clId="Web-{4B071E7A-94F0-439E-974C-D7360378474A}" dt="2020-09-08T20:06:46.994" v="11"/>
          <pc:sldLayoutMkLst>
            <pc:docMk/>
            <pc:sldMasterMk cId="312594532" sldId="2147483702"/>
            <pc:sldLayoutMk cId="3435916689" sldId="2147483707"/>
          </pc:sldLayoutMkLst>
        </pc:sldLayoutChg>
        <pc:sldLayoutChg chg="add del mod replId">
          <pc:chgData name="William Estes" userId="a88fcdbc31b6f594" providerId="Windows Live" clId="Web-{4B071E7A-94F0-439E-974C-D7360378474A}" dt="2020-09-08T20:06:46.994" v="11"/>
          <pc:sldLayoutMkLst>
            <pc:docMk/>
            <pc:sldMasterMk cId="312594532" sldId="2147483702"/>
            <pc:sldLayoutMk cId="2992905503" sldId="2147483708"/>
          </pc:sldLayoutMkLst>
        </pc:sldLayoutChg>
        <pc:sldLayoutChg chg="add del mod replId">
          <pc:chgData name="William Estes" userId="a88fcdbc31b6f594" providerId="Windows Live" clId="Web-{4B071E7A-94F0-439E-974C-D7360378474A}" dt="2020-09-08T20:06:46.994" v="11"/>
          <pc:sldLayoutMkLst>
            <pc:docMk/>
            <pc:sldMasterMk cId="312594532" sldId="2147483702"/>
            <pc:sldLayoutMk cId="3055790056" sldId="2147483709"/>
          </pc:sldLayoutMkLst>
        </pc:sldLayoutChg>
        <pc:sldLayoutChg chg="add del mod replId">
          <pc:chgData name="William Estes" userId="a88fcdbc31b6f594" providerId="Windows Live" clId="Web-{4B071E7A-94F0-439E-974C-D7360378474A}" dt="2020-09-08T20:06:46.994" v="11"/>
          <pc:sldLayoutMkLst>
            <pc:docMk/>
            <pc:sldMasterMk cId="312594532" sldId="2147483702"/>
            <pc:sldLayoutMk cId="2833278921" sldId="2147483710"/>
          </pc:sldLayoutMkLst>
        </pc:sldLayoutChg>
        <pc:sldLayoutChg chg="add del mod replId">
          <pc:chgData name="William Estes" userId="a88fcdbc31b6f594" providerId="Windows Live" clId="Web-{4B071E7A-94F0-439E-974C-D7360378474A}" dt="2020-09-08T20:06:46.994" v="11"/>
          <pc:sldLayoutMkLst>
            <pc:docMk/>
            <pc:sldMasterMk cId="312594532" sldId="2147483702"/>
            <pc:sldLayoutMk cId="1628796831" sldId="2147483711"/>
          </pc:sldLayoutMkLst>
        </pc:sldLayoutChg>
        <pc:sldLayoutChg chg="add del mod replId">
          <pc:chgData name="William Estes" userId="a88fcdbc31b6f594" providerId="Windows Live" clId="Web-{4B071E7A-94F0-439E-974C-D7360378474A}" dt="2020-09-08T20:06:46.994" v="11"/>
          <pc:sldLayoutMkLst>
            <pc:docMk/>
            <pc:sldMasterMk cId="312594532" sldId="2147483702"/>
            <pc:sldLayoutMk cId="2608452567" sldId="2147483712"/>
          </pc:sldLayoutMkLst>
        </pc:sldLayoutChg>
        <pc:sldLayoutChg chg="add del mod replId">
          <pc:chgData name="William Estes" userId="a88fcdbc31b6f594" providerId="Windows Live" clId="Web-{4B071E7A-94F0-439E-974C-D7360378474A}" dt="2020-09-08T20:06:46.994" v="11"/>
          <pc:sldLayoutMkLst>
            <pc:docMk/>
            <pc:sldMasterMk cId="312594532" sldId="2147483702"/>
            <pc:sldLayoutMk cId="1219447948" sldId="2147483713"/>
          </pc:sldLayoutMkLst>
        </pc:sldLayoutChg>
        <pc:sldLayoutChg chg="add del mod replId">
          <pc:chgData name="William Estes" userId="a88fcdbc31b6f594" providerId="Windows Live" clId="Web-{4B071E7A-94F0-439E-974C-D7360378474A}" dt="2020-09-08T20:06:46.994" v="11"/>
          <pc:sldLayoutMkLst>
            <pc:docMk/>
            <pc:sldMasterMk cId="312594532" sldId="2147483702"/>
            <pc:sldLayoutMk cId="1188222942" sldId="2147483714"/>
          </pc:sldLayoutMkLst>
        </pc:sldLayoutChg>
        <pc:sldLayoutChg chg="add del mod replId">
          <pc:chgData name="William Estes" userId="a88fcdbc31b6f594" providerId="Windows Live" clId="Web-{4B071E7A-94F0-439E-974C-D7360378474A}" dt="2020-09-08T20:06:46.994" v="11"/>
          <pc:sldLayoutMkLst>
            <pc:docMk/>
            <pc:sldMasterMk cId="312594532" sldId="2147483702"/>
            <pc:sldLayoutMk cId="958483220" sldId="2147483715"/>
          </pc:sldLayoutMkLst>
        </pc:sldLayoutChg>
        <pc:sldLayoutChg chg="add del mod replId">
          <pc:chgData name="William Estes" userId="a88fcdbc31b6f594" providerId="Windows Live" clId="Web-{4B071E7A-94F0-439E-974C-D7360378474A}" dt="2020-09-08T20:06:46.994" v="11"/>
          <pc:sldLayoutMkLst>
            <pc:docMk/>
            <pc:sldMasterMk cId="312594532" sldId="2147483702"/>
            <pc:sldLayoutMk cId="3039846689" sldId="2147483716"/>
          </pc:sldLayoutMkLst>
        </pc:sldLayoutChg>
        <pc:sldLayoutChg chg="add del mod replId">
          <pc:chgData name="William Estes" userId="a88fcdbc31b6f594" providerId="Windows Live" clId="Web-{4B071E7A-94F0-439E-974C-D7360378474A}" dt="2020-09-08T20:06:46.994" v="11"/>
          <pc:sldLayoutMkLst>
            <pc:docMk/>
            <pc:sldMasterMk cId="312594532" sldId="2147483702"/>
            <pc:sldLayoutMk cId="1004984167" sldId="2147483717"/>
          </pc:sldLayoutMkLst>
        </pc:sldLayoutChg>
        <pc:sldLayoutChg chg="add del mod replId">
          <pc:chgData name="William Estes" userId="a88fcdbc31b6f594" providerId="Windows Live" clId="Web-{4B071E7A-94F0-439E-974C-D7360378474A}" dt="2020-09-08T20:06:46.994" v="11"/>
          <pc:sldLayoutMkLst>
            <pc:docMk/>
            <pc:sldMasterMk cId="312594532" sldId="2147483702"/>
            <pc:sldLayoutMk cId="1809412540" sldId="2147483718"/>
          </pc:sldLayoutMkLst>
        </pc:sldLayoutChg>
        <pc:sldLayoutChg chg="add del mod replId">
          <pc:chgData name="William Estes" userId="a88fcdbc31b6f594" providerId="Windows Live" clId="Web-{4B071E7A-94F0-439E-974C-D7360378474A}" dt="2020-09-08T20:06:46.994" v="11"/>
          <pc:sldLayoutMkLst>
            <pc:docMk/>
            <pc:sldMasterMk cId="312594532" sldId="2147483702"/>
            <pc:sldLayoutMk cId="375199058" sldId="2147483719"/>
          </pc:sldLayoutMkLst>
        </pc:sldLayoutChg>
      </pc:sldMasterChg>
      <pc:sldMasterChg chg="add del addSldLayout delSldLayout modSldLayout">
        <pc:chgData name="William Estes" userId="a88fcdbc31b6f594" providerId="Windows Live" clId="Web-{4B071E7A-94F0-439E-974C-D7360378474A}" dt="2020-09-08T20:07:11.728" v="13"/>
        <pc:sldMasterMkLst>
          <pc:docMk/>
          <pc:sldMasterMk cId="2181296584" sldId="2147483720"/>
        </pc:sldMasterMkLst>
        <pc:sldLayoutChg chg="add del mod replId">
          <pc:chgData name="William Estes" userId="a88fcdbc31b6f594" providerId="Windows Live" clId="Web-{4B071E7A-94F0-439E-974C-D7360378474A}" dt="2020-09-08T20:07:11.728" v="13"/>
          <pc:sldLayoutMkLst>
            <pc:docMk/>
            <pc:sldMasterMk cId="2181296584" sldId="2147483720"/>
            <pc:sldLayoutMk cId="2717368578" sldId="2147483721"/>
          </pc:sldLayoutMkLst>
        </pc:sldLayoutChg>
        <pc:sldLayoutChg chg="add del mod replId">
          <pc:chgData name="William Estes" userId="a88fcdbc31b6f594" providerId="Windows Live" clId="Web-{4B071E7A-94F0-439E-974C-D7360378474A}" dt="2020-09-08T20:07:11.728" v="13"/>
          <pc:sldLayoutMkLst>
            <pc:docMk/>
            <pc:sldMasterMk cId="2181296584" sldId="2147483720"/>
            <pc:sldLayoutMk cId="2794063398" sldId="2147483722"/>
          </pc:sldLayoutMkLst>
        </pc:sldLayoutChg>
        <pc:sldLayoutChg chg="add del mod replId">
          <pc:chgData name="William Estes" userId="a88fcdbc31b6f594" providerId="Windows Live" clId="Web-{4B071E7A-94F0-439E-974C-D7360378474A}" dt="2020-09-08T20:07:11.728" v="13"/>
          <pc:sldLayoutMkLst>
            <pc:docMk/>
            <pc:sldMasterMk cId="2181296584" sldId="2147483720"/>
            <pc:sldLayoutMk cId="1924063969" sldId="2147483723"/>
          </pc:sldLayoutMkLst>
        </pc:sldLayoutChg>
        <pc:sldLayoutChg chg="add del mod replId">
          <pc:chgData name="William Estes" userId="a88fcdbc31b6f594" providerId="Windows Live" clId="Web-{4B071E7A-94F0-439E-974C-D7360378474A}" dt="2020-09-08T20:07:11.728" v="13"/>
          <pc:sldLayoutMkLst>
            <pc:docMk/>
            <pc:sldMasterMk cId="2181296584" sldId="2147483720"/>
            <pc:sldLayoutMk cId="4053137781" sldId="2147483724"/>
          </pc:sldLayoutMkLst>
        </pc:sldLayoutChg>
        <pc:sldLayoutChg chg="add del mod replId">
          <pc:chgData name="William Estes" userId="a88fcdbc31b6f594" providerId="Windows Live" clId="Web-{4B071E7A-94F0-439E-974C-D7360378474A}" dt="2020-09-08T20:07:11.728" v="13"/>
          <pc:sldLayoutMkLst>
            <pc:docMk/>
            <pc:sldMasterMk cId="2181296584" sldId="2147483720"/>
            <pc:sldLayoutMk cId="2304443272" sldId="2147483725"/>
          </pc:sldLayoutMkLst>
        </pc:sldLayoutChg>
        <pc:sldLayoutChg chg="add del mod replId">
          <pc:chgData name="William Estes" userId="a88fcdbc31b6f594" providerId="Windows Live" clId="Web-{4B071E7A-94F0-439E-974C-D7360378474A}" dt="2020-09-08T20:07:11.728" v="13"/>
          <pc:sldLayoutMkLst>
            <pc:docMk/>
            <pc:sldMasterMk cId="2181296584" sldId="2147483720"/>
            <pc:sldLayoutMk cId="218972583" sldId="2147483726"/>
          </pc:sldLayoutMkLst>
        </pc:sldLayoutChg>
        <pc:sldLayoutChg chg="add del mod replId">
          <pc:chgData name="William Estes" userId="a88fcdbc31b6f594" providerId="Windows Live" clId="Web-{4B071E7A-94F0-439E-974C-D7360378474A}" dt="2020-09-08T20:07:11.728" v="13"/>
          <pc:sldLayoutMkLst>
            <pc:docMk/>
            <pc:sldMasterMk cId="2181296584" sldId="2147483720"/>
            <pc:sldLayoutMk cId="331079549" sldId="2147483727"/>
          </pc:sldLayoutMkLst>
        </pc:sldLayoutChg>
        <pc:sldLayoutChg chg="add del mod replId">
          <pc:chgData name="William Estes" userId="a88fcdbc31b6f594" providerId="Windows Live" clId="Web-{4B071E7A-94F0-439E-974C-D7360378474A}" dt="2020-09-08T20:07:11.728" v="13"/>
          <pc:sldLayoutMkLst>
            <pc:docMk/>
            <pc:sldMasterMk cId="2181296584" sldId="2147483720"/>
            <pc:sldLayoutMk cId="1612632489" sldId="2147483728"/>
          </pc:sldLayoutMkLst>
        </pc:sldLayoutChg>
        <pc:sldLayoutChg chg="add del mod replId">
          <pc:chgData name="William Estes" userId="a88fcdbc31b6f594" providerId="Windows Live" clId="Web-{4B071E7A-94F0-439E-974C-D7360378474A}" dt="2020-09-08T20:07:11.728" v="13"/>
          <pc:sldLayoutMkLst>
            <pc:docMk/>
            <pc:sldMasterMk cId="2181296584" sldId="2147483720"/>
            <pc:sldLayoutMk cId="1787012495" sldId="2147483729"/>
          </pc:sldLayoutMkLst>
        </pc:sldLayoutChg>
        <pc:sldLayoutChg chg="add del mod replId">
          <pc:chgData name="William Estes" userId="a88fcdbc31b6f594" providerId="Windows Live" clId="Web-{4B071E7A-94F0-439E-974C-D7360378474A}" dt="2020-09-08T20:07:11.728" v="13"/>
          <pc:sldLayoutMkLst>
            <pc:docMk/>
            <pc:sldMasterMk cId="2181296584" sldId="2147483720"/>
            <pc:sldLayoutMk cId="868363596" sldId="2147483730"/>
          </pc:sldLayoutMkLst>
        </pc:sldLayoutChg>
        <pc:sldLayoutChg chg="add del mod replId">
          <pc:chgData name="William Estes" userId="a88fcdbc31b6f594" providerId="Windows Live" clId="Web-{4B071E7A-94F0-439E-974C-D7360378474A}" dt="2020-09-08T20:07:11.728" v="13"/>
          <pc:sldLayoutMkLst>
            <pc:docMk/>
            <pc:sldMasterMk cId="2181296584" sldId="2147483720"/>
            <pc:sldLayoutMk cId="3922029832" sldId="2147483731"/>
          </pc:sldLayoutMkLst>
        </pc:sldLayoutChg>
        <pc:sldLayoutChg chg="add del mod replId">
          <pc:chgData name="William Estes" userId="a88fcdbc31b6f594" providerId="Windows Live" clId="Web-{4B071E7A-94F0-439E-974C-D7360378474A}" dt="2020-09-08T20:07:11.728" v="13"/>
          <pc:sldLayoutMkLst>
            <pc:docMk/>
            <pc:sldMasterMk cId="2181296584" sldId="2147483720"/>
            <pc:sldLayoutMk cId="1724789665" sldId="2147483732"/>
          </pc:sldLayoutMkLst>
        </pc:sldLayoutChg>
        <pc:sldLayoutChg chg="add del mod replId">
          <pc:chgData name="William Estes" userId="a88fcdbc31b6f594" providerId="Windows Live" clId="Web-{4B071E7A-94F0-439E-974C-D7360378474A}" dt="2020-09-08T20:07:11.728" v="13"/>
          <pc:sldLayoutMkLst>
            <pc:docMk/>
            <pc:sldMasterMk cId="2181296584" sldId="2147483720"/>
            <pc:sldLayoutMk cId="1717595821" sldId="2147483733"/>
          </pc:sldLayoutMkLst>
        </pc:sldLayoutChg>
        <pc:sldLayoutChg chg="add del mod replId">
          <pc:chgData name="William Estes" userId="a88fcdbc31b6f594" providerId="Windows Live" clId="Web-{4B071E7A-94F0-439E-974C-D7360378474A}" dt="2020-09-08T20:07:11.728" v="13"/>
          <pc:sldLayoutMkLst>
            <pc:docMk/>
            <pc:sldMasterMk cId="2181296584" sldId="2147483720"/>
            <pc:sldLayoutMk cId="2986458069" sldId="2147483734"/>
          </pc:sldLayoutMkLst>
        </pc:sldLayoutChg>
        <pc:sldLayoutChg chg="add del mod replId">
          <pc:chgData name="William Estes" userId="a88fcdbc31b6f594" providerId="Windows Live" clId="Web-{4B071E7A-94F0-439E-974C-D7360378474A}" dt="2020-09-08T20:07:11.728" v="13"/>
          <pc:sldLayoutMkLst>
            <pc:docMk/>
            <pc:sldMasterMk cId="2181296584" sldId="2147483720"/>
            <pc:sldLayoutMk cId="2107176866" sldId="2147483735"/>
          </pc:sldLayoutMkLst>
        </pc:sldLayoutChg>
        <pc:sldLayoutChg chg="add del mod replId">
          <pc:chgData name="William Estes" userId="a88fcdbc31b6f594" providerId="Windows Live" clId="Web-{4B071E7A-94F0-439E-974C-D7360378474A}" dt="2020-09-08T20:07:11.728" v="13"/>
          <pc:sldLayoutMkLst>
            <pc:docMk/>
            <pc:sldMasterMk cId="2181296584" sldId="2147483720"/>
            <pc:sldLayoutMk cId="1709713600" sldId="2147483736"/>
          </pc:sldLayoutMkLst>
        </pc:sldLayoutChg>
        <pc:sldLayoutChg chg="add del mod replId">
          <pc:chgData name="William Estes" userId="a88fcdbc31b6f594" providerId="Windows Live" clId="Web-{4B071E7A-94F0-439E-974C-D7360378474A}" dt="2020-09-08T20:07:11.728" v="13"/>
          <pc:sldLayoutMkLst>
            <pc:docMk/>
            <pc:sldMasterMk cId="2181296584" sldId="2147483720"/>
            <pc:sldLayoutMk cId="151384707" sldId="2147483737"/>
          </pc:sldLayoutMkLst>
        </pc:sldLayoutChg>
      </pc:sldMasterChg>
      <pc:sldMasterChg chg="add del addSldLayout delSldLayout modSldLayout">
        <pc:chgData name="William Estes" userId="a88fcdbc31b6f594" providerId="Windows Live" clId="Web-{4B071E7A-94F0-439E-974C-D7360378474A}" dt="2020-09-08T20:11:27.915" v="90"/>
        <pc:sldMasterMkLst>
          <pc:docMk/>
          <pc:sldMasterMk cId="425201168" sldId="2147483738"/>
        </pc:sldMasterMkLst>
        <pc:sldLayoutChg chg="add del mod replId">
          <pc:chgData name="William Estes" userId="a88fcdbc31b6f594" providerId="Windows Live" clId="Web-{4B071E7A-94F0-439E-974C-D7360378474A}" dt="2020-09-08T20:11:27.915" v="90"/>
          <pc:sldLayoutMkLst>
            <pc:docMk/>
            <pc:sldMasterMk cId="425201168" sldId="2147483738"/>
            <pc:sldLayoutMk cId="1989982789" sldId="2147483739"/>
          </pc:sldLayoutMkLst>
        </pc:sldLayoutChg>
        <pc:sldLayoutChg chg="add del mod replId">
          <pc:chgData name="William Estes" userId="a88fcdbc31b6f594" providerId="Windows Live" clId="Web-{4B071E7A-94F0-439E-974C-D7360378474A}" dt="2020-09-08T20:11:27.915" v="90"/>
          <pc:sldLayoutMkLst>
            <pc:docMk/>
            <pc:sldMasterMk cId="425201168" sldId="2147483738"/>
            <pc:sldLayoutMk cId="1703721896" sldId="2147483740"/>
          </pc:sldLayoutMkLst>
        </pc:sldLayoutChg>
        <pc:sldLayoutChg chg="add del mod replId">
          <pc:chgData name="William Estes" userId="a88fcdbc31b6f594" providerId="Windows Live" clId="Web-{4B071E7A-94F0-439E-974C-D7360378474A}" dt="2020-09-08T20:11:27.915" v="90"/>
          <pc:sldLayoutMkLst>
            <pc:docMk/>
            <pc:sldMasterMk cId="425201168" sldId="2147483738"/>
            <pc:sldLayoutMk cId="3787778082" sldId="2147483741"/>
          </pc:sldLayoutMkLst>
        </pc:sldLayoutChg>
        <pc:sldLayoutChg chg="add del mod replId">
          <pc:chgData name="William Estes" userId="a88fcdbc31b6f594" providerId="Windows Live" clId="Web-{4B071E7A-94F0-439E-974C-D7360378474A}" dt="2020-09-08T20:11:27.915" v="90"/>
          <pc:sldLayoutMkLst>
            <pc:docMk/>
            <pc:sldMasterMk cId="425201168" sldId="2147483738"/>
            <pc:sldLayoutMk cId="3561823146" sldId="2147483742"/>
          </pc:sldLayoutMkLst>
        </pc:sldLayoutChg>
        <pc:sldLayoutChg chg="add del mod replId">
          <pc:chgData name="William Estes" userId="a88fcdbc31b6f594" providerId="Windows Live" clId="Web-{4B071E7A-94F0-439E-974C-D7360378474A}" dt="2020-09-08T20:11:27.915" v="90"/>
          <pc:sldLayoutMkLst>
            <pc:docMk/>
            <pc:sldMasterMk cId="425201168" sldId="2147483738"/>
            <pc:sldLayoutMk cId="1263814407" sldId="2147483743"/>
          </pc:sldLayoutMkLst>
        </pc:sldLayoutChg>
        <pc:sldLayoutChg chg="add del mod replId">
          <pc:chgData name="William Estes" userId="a88fcdbc31b6f594" providerId="Windows Live" clId="Web-{4B071E7A-94F0-439E-974C-D7360378474A}" dt="2020-09-08T20:11:27.915" v="90"/>
          <pc:sldLayoutMkLst>
            <pc:docMk/>
            <pc:sldMasterMk cId="425201168" sldId="2147483738"/>
            <pc:sldLayoutMk cId="567655783" sldId="2147483744"/>
          </pc:sldLayoutMkLst>
        </pc:sldLayoutChg>
        <pc:sldLayoutChg chg="add del mod replId">
          <pc:chgData name="William Estes" userId="a88fcdbc31b6f594" providerId="Windows Live" clId="Web-{4B071E7A-94F0-439E-974C-D7360378474A}" dt="2020-09-08T20:11:27.915" v="90"/>
          <pc:sldLayoutMkLst>
            <pc:docMk/>
            <pc:sldMasterMk cId="425201168" sldId="2147483738"/>
            <pc:sldLayoutMk cId="3179291760" sldId="2147483745"/>
          </pc:sldLayoutMkLst>
        </pc:sldLayoutChg>
        <pc:sldLayoutChg chg="add del mod replId">
          <pc:chgData name="William Estes" userId="a88fcdbc31b6f594" providerId="Windows Live" clId="Web-{4B071E7A-94F0-439E-974C-D7360378474A}" dt="2020-09-08T20:11:27.915" v="90"/>
          <pc:sldLayoutMkLst>
            <pc:docMk/>
            <pc:sldMasterMk cId="425201168" sldId="2147483738"/>
            <pc:sldLayoutMk cId="373234796" sldId="2147483746"/>
          </pc:sldLayoutMkLst>
        </pc:sldLayoutChg>
        <pc:sldLayoutChg chg="add del mod replId">
          <pc:chgData name="William Estes" userId="a88fcdbc31b6f594" providerId="Windows Live" clId="Web-{4B071E7A-94F0-439E-974C-D7360378474A}" dt="2020-09-08T20:11:27.915" v="90"/>
          <pc:sldLayoutMkLst>
            <pc:docMk/>
            <pc:sldMasterMk cId="425201168" sldId="2147483738"/>
            <pc:sldLayoutMk cId="3983718815" sldId="2147483747"/>
          </pc:sldLayoutMkLst>
        </pc:sldLayoutChg>
        <pc:sldLayoutChg chg="add del mod replId">
          <pc:chgData name="William Estes" userId="a88fcdbc31b6f594" providerId="Windows Live" clId="Web-{4B071E7A-94F0-439E-974C-D7360378474A}" dt="2020-09-08T20:11:27.915" v="90"/>
          <pc:sldLayoutMkLst>
            <pc:docMk/>
            <pc:sldMasterMk cId="425201168" sldId="2147483738"/>
            <pc:sldLayoutMk cId="3737403200" sldId="2147483748"/>
          </pc:sldLayoutMkLst>
        </pc:sldLayoutChg>
        <pc:sldLayoutChg chg="add del mod replId">
          <pc:chgData name="William Estes" userId="a88fcdbc31b6f594" providerId="Windows Live" clId="Web-{4B071E7A-94F0-439E-974C-D7360378474A}" dt="2020-09-08T20:11:27.915" v="90"/>
          <pc:sldLayoutMkLst>
            <pc:docMk/>
            <pc:sldMasterMk cId="425201168" sldId="2147483738"/>
            <pc:sldLayoutMk cId="1037129109" sldId="2147483749"/>
          </pc:sldLayoutMkLst>
        </pc:sldLayoutChg>
      </pc:sldMasterChg>
      <pc:sldMasterChg chg="add del addSldLayout delSldLayout modSldLayout">
        <pc:chgData name="William Estes" userId="a88fcdbc31b6f594" providerId="Windows Live" clId="Web-{4B071E7A-94F0-439E-974C-D7360378474A}" dt="2020-09-08T20:11:48.572" v="91"/>
        <pc:sldMasterMkLst>
          <pc:docMk/>
          <pc:sldMasterMk cId="3162935949" sldId="2147483750"/>
        </pc:sldMasterMkLst>
        <pc:sldLayoutChg chg="add del mod replId">
          <pc:chgData name="William Estes" userId="a88fcdbc31b6f594" providerId="Windows Live" clId="Web-{4B071E7A-94F0-439E-974C-D7360378474A}" dt="2020-09-08T20:11:48.572" v="91"/>
          <pc:sldLayoutMkLst>
            <pc:docMk/>
            <pc:sldMasterMk cId="3162935949" sldId="2147483750"/>
            <pc:sldLayoutMk cId="1160961348" sldId="2147483751"/>
          </pc:sldLayoutMkLst>
        </pc:sldLayoutChg>
        <pc:sldLayoutChg chg="add del mod replId">
          <pc:chgData name="William Estes" userId="a88fcdbc31b6f594" providerId="Windows Live" clId="Web-{4B071E7A-94F0-439E-974C-D7360378474A}" dt="2020-09-08T20:11:48.572" v="91"/>
          <pc:sldLayoutMkLst>
            <pc:docMk/>
            <pc:sldMasterMk cId="3162935949" sldId="2147483750"/>
            <pc:sldLayoutMk cId="3637429769" sldId="2147483752"/>
          </pc:sldLayoutMkLst>
        </pc:sldLayoutChg>
        <pc:sldLayoutChg chg="add del mod replId">
          <pc:chgData name="William Estes" userId="a88fcdbc31b6f594" providerId="Windows Live" clId="Web-{4B071E7A-94F0-439E-974C-D7360378474A}" dt="2020-09-08T20:11:48.572" v="91"/>
          <pc:sldLayoutMkLst>
            <pc:docMk/>
            <pc:sldMasterMk cId="3162935949" sldId="2147483750"/>
            <pc:sldLayoutMk cId="1157722106" sldId="2147483753"/>
          </pc:sldLayoutMkLst>
        </pc:sldLayoutChg>
        <pc:sldLayoutChg chg="add del mod replId">
          <pc:chgData name="William Estes" userId="a88fcdbc31b6f594" providerId="Windows Live" clId="Web-{4B071E7A-94F0-439E-974C-D7360378474A}" dt="2020-09-08T20:11:48.572" v="91"/>
          <pc:sldLayoutMkLst>
            <pc:docMk/>
            <pc:sldMasterMk cId="3162935949" sldId="2147483750"/>
            <pc:sldLayoutMk cId="1192254244" sldId="2147483754"/>
          </pc:sldLayoutMkLst>
        </pc:sldLayoutChg>
        <pc:sldLayoutChg chg="add del mod replId">
          <pc:chgData name="William Estes" userId="a88fcdbc31b6f594" providerId="Windows Live" clId="Web-{4B071E7A-94F0-439E-974C-D7360378474A}" dt="2020-09-08T20:11:48.572" v="91"/>
          <pc:sldLayoutMkLst>
            <pc:docMk/>
            <pc:sldMasterMk cId="3162935949" sldId="2147483750"/>
            <pc:sldLayoutMk cId="284490546" sldId="2147483755"/>
          </pc:sldLayoutMkLst>
        </pc:sldLayoutChg>
        <pc:sldLayoutChg chg="add del mod replId">
          <pc:chgData name="William Estes" userId="a88fcdbc31b6f594" providerId="Windows Live" clId="Web-{4B071E7A-94F0-439E-974C-D7360378474A}" dt="2020-09-08T20:11:48.572" v="91"/>
          <pc:sldLayoutMkLst>
            <pc:docMk/>
            <pc:sldMasterMk cId="3162935949" sldId="2147483750"/>
            <pc:sldLayoutMk cId="1650249333" sldId="2147483756"/>
          </pc:sldLayoutMkLst>
        </pc:sldLayoutChg>
        <pc:sldLayoutChg chg="add del mod replId">
          <pc:chgData name="William Estes" userId="a88fcdbc31b6f594" providerId="Windows Live" clId="Web-{4B071E7A-94F0-439E-974C-D7360378474A}" dt="2020-09-08T20:11:48.572" v="91"/>
          <pc:sldLayoutMkLst>
            <pc:docMk/>
            <pc:sldMasterMk cId="3162935949" sldId="2147483750"/>
            <pc:sldLayoutMk cId="3947638946" sldId="2147483757"/>
          </pc:sldLayoutMkLst>
        </pc:sldLayoutChg>
        <pc:sldLayoutChg chg="add del mod replId">
          <pc:chgData name="William Estes" userId="a88fcdbc31b6f594" providerId="Windows Live" clId="Web-{4B071E7A-94F0-439E-974C-D7360378474A}" dt="2020-09-08T20:11:48.572" v="91"/>
          <pc:sldLayoutMkLst>
            <pc:docMk/>
            <pc:sldMasterMk cId="3162935949" sldId="2147483750"/>
            <pc:sldLayoutMk cId="1771868497" sldId="2147483758"/>
          </pc:sldLayoutMkLst>
        </pc:sldLayoutChg>
        <pc:sldLayoutChg chg="add del mod replId">
          <pc:chgData name="William Estes" userId="a88fcdbc31b6f594" providerId="Windows Live" clId="Web-{4B071E7A-94F0-439E-974C-D7360378474A}" dt="2020-09-08T20:11:48.572" v="91"/>
          <pc:sldLayoutMkLst>
            <pc:docMk/>
            <pc:sldMasterMk cId="3162935949" sldId="2147483750"/>
            <pc:sldLayoutMk cId="1989089280" sldId="2147483759"/>
          </pc:sldLayoutMkLst>
        </pc:sldLayoutChg>
        <pc:sldLayoutChg chg="add del mod replId">
          <pc:chgData name="William Estes" userId="a88fcdbc31b6f594" providerId="Windows Live" clId="Web-{4B071E7A-94F0-439E-974C-D7360378474A}" dt="2020-09-08T20:11:48.572" v="91"/>
          <pc:sldLayoutMkLst>
            <pc:docMk/>
            <pc:sldMasterMk cId="3162935949" sldId="2147483750"/>
            <pc:sldLayoutMk cId="59814214" sldId="2147483760"/>
          </pc:sldLayoutMkLst>
        </pc:sldLayoutChg>
        <pc:sldLayoutChg chg="add del mod replId">
          <pc:chgData name="William Estes" userId="a88fcdbc31b6f594" providerId="Windows Live" clId="Web-{4B071E7A-94F0-439E-974C-D7360378474A}" dt="2020-09-08T20:11:48.572" v="91"/>
          <pc:sldLayoutMkLst>
            <pc:docMk/>
            <pc:sldMasterMk cId="3162935949" sldId="2147483750"/>
            <pc:sldLayoutMk cId="874447249" sldId="2147483761"/>
          </pc:sldLayoutMkLst>
        </pc:sldLayoutChg>
      </pc:sldMasterChg>
      <pc:sldMasterChg chg="add del addSldLayout delSldLayout modSldLayout">
        <pc:chgData name="William Estes" userId="a88fcdbc31b6f594" providerId="Windows Live" clId="Web-{4B071E7A-94F0-439E-974C-D7360378474A}" dt="2020-09-08T20:15:46.759" v="208"/>
        <pc:sldMasterMkLst>
          <pc:docMk/>
          <pc:sldMasterMk cId="1782359768" sldId="2147483762"/>
        </pc:sldMasterMkLst>
        <pc:sldLayoutChg chg="add del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1782359768" sldId="2147483762"/>
            <pc:sldLayoutMk cId="2747550314" sldId="2147483763"/>
          </pc:sldLayoutMkLst>
        </pc:sldLayoutChg>
        <pc:sldLayoutChg chg="add del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1782359768" sldId="2147483762"/>
            <pc:sldLayoutMk cId="3195577658" sldId="2147483764"/>
          </pc:sldLayoutMkLst>
        </pc:sldLayoutChg>
        <pc:sldLayoutChg chg="add del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1782359768" sldId="2147483762"/>
            <pc:sldLayoutMk cId="3615753006" sldId="2147483765"/>
          </pc:sldLayoutMkLst>
        </pc:sldLayoutChg>
        <pc:sldLayoutChg chg="add del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1782359768" sldId="2147483762"/>
            <pc:sldLayoutMk cId="2863875249" sldId="2147483766"/>
          </pc:sldLayoutMkLst>
        </pc:sldLayoutChg>
        <pc:sldLayoutChg chg="add del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1782359768" sldId="2147483762"/>
            <pc:sldLayoutMk cId="4100445504" sldId="2147483767"/>
          </pc:sldLayoutMkLst>
        </pc:sldLayoutChg>
        <pc:sldLayoutChg chg="add del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1782359768" sldId="2147483762"/>
            <pc:sldLayoutMk cId="3230473680" sldId="2147483768"/>
          </pc:sldLayoutMkLst>
        </pc:sldLayoutChg>
        <pc:sldLayoutChg chg="add del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1782359768" sldId="2147483762"/>
            <pc:sldLayoutMk cId="909669874" sldId="2147483769"/>
          </pc:sldLayoutMkLst>
        </pc:sldLayoutChg>
        <pc:sldLayoutChg chg="add del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1782359768" sldId="2147483762"/>
            <pc:sldLayoutMk cId="1815305196" sldId="2147483770"/>
          </pc:sldLayoutMkLst>
        </pc:sldLayoutChg>
        <pc:sldLayoutChg chg="add del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1782359768" sldId="2147483762"/>
            <pc:sldLayoutMk cId="843871330" sldId="2147483771"/>
          </pc:sldLayoutMkLst>
        </pc:sldLayoutChg>
        <pc:sldLayoutChg chg="add del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1782359768" sldId="2147483762"/>
            <pc:sldLayoutMk cId="1639601140" sldId="2147483772"/>
          </pc:sldLayoutMkLst>
        </pc:sldLayoutChg>
        <pc:sldLayoutChg chg="add del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1782359768" sldId="2147483762"/>
            <pc:sldLayoutMk cId="247320070" sldId="2147483773"/>
          </pc:sldLayoutMkLst>
        </pc:sldLayoutChg>
      </pc:sldMasterChg>
      <pc:sldMasterChg chg="add addSldLayout modSldLayout">
        <pc:chgData name="William Estes" userId="a88fcdbc31b6f594" providerId="Windows Live" clId="Web-{4B071E7A-94F0-439E-974C-D7360378474A}" dt="2020-09-08T20:15:46.759" v="208"/>
        <pc:sldMasterMkLst>
          <pc:docMk/>
          <pc:sldMasterMk cId="2847858101" sldId="2147483774"/>
        </pc:sldMasterMkLst>
        <pc:sldLayoutChg chg="add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2847858101" sldId="2147483774"/>
            <pc:sldLayoutMk cId="2604570031" sldId="2147483775"/>
          </pc:sldLayoutMkLst>
        </pc:sldLayoutChg>
        <pc:sldLayoutChg chg="add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2847858101" sldId="2147483774"/>
            <pc:sldLayoutMk cId="3826417752" sldId="2147483776"/>
          </pc:sldLayoutMkLst>
        </pc:sldLayoutChg>
        <pc:sldLayoutChg chg="add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2847858101" sldId="2147483774"/>
            <pc:sldLayoutMk cId="1272602746" sldId="2147483777"/>
          </pc:sldLayoutMkLst>
        </pc:sldLayoutChg>
        <pc:sldLayoutChg chg="add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2847858101" sldId="2147483774"/>
            <pc:sldLayoutMk cId="918416583" sldId="2147483778"/>
          </pc:sldLayoutMkLst>
        </pc:sldLayoutChg>
        <pc:sldLayoutChg chg="add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2847858101" sldId="2147483774"/>
            <pc:sldLayoutMk cId="398108285" sldId="2147483779"/>
          </pc:sldLayoutMkLst>
        </pc:sldLayoutChg>
        <pc:sldLayoutChg chg="add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2847858101" sldId="2147483774"/>
            <pc:sldLayoutMk cId="2024962605" sldId="2147483780"/>
          </pc:sldLayoutMkLst>
        </pc:sldLayoutChg>
        <pc:sldLayoutChg chg="add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2847858101" sldId="2147483774"/>
            <pc:sldLayoutMk cId="4174223721" sldId="2147483781"/>
          </pc:sldLayoutMkLst>
        </pc:sldLayoutChg>
        <pc:sldLayoutChg chg="add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2847858101" sldId="2147483774"/>
            <pc:sldLayoutMk cId="1724829093" sldId="2147483782"/>
          </pc:sldLayoutMkLst>
        </pc:sldLayoutChg>
        <pc:sldLayoutChg chg="add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2847858101" sldId="2147483774"/>
            <pc:sldLayoutMk cId="2720554064" sldId="2147483783"/>
          </pc:sldLayoutMkLst>
        </pc:sldLayoutChg>
        <pc:sldLayoutChg chg="add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2847858101" sldId="2147483774"/>
            <pc:sldLayoutMk cId="711562426" sldId="2147483784"/>
          </pc:sldLayoutMkLst>
        </pc:sldLayoutChg>
        <pc:sldLayoutChg chg="add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2847858101" sldId="2147483774"/>
            <pc:sldLayoutMk cId="814239778" sldId="2147483785"/>
          </pc:sldLayoutMkLst>
        </pc:sldLayoutChg>
        <pc:sldLayoutChg chg="add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2847858101" sldId="2147483774"/>
            <pc:sldLayoutMk cId="4197770645" sldId="2147483786"/>
          </pc:sldLayoutMkLst>
        </pc:sldLayoutChg>
        <pc:sldLayoutChg chg="add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2847858101" sldId="2147483774"/>
            <pc:sldLayoutMk cId="868087302" sldId="2147483787"/>
          </pc:sldLayoutMkLst>
        </pc:sldLayoutChg>
        <pc:sldLayoutChg chg="add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2847858101" sldId="2147483774"/>
            <pc:sldLayoutMk cId="3682837595" sldId="2147483788"/>
          </pc:sldLayoutMkLst>
        </pc:sldLayoutChg>
        <pc:sldLayoutChg chg="add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2847858101" sldId="2147483774"/>
            <pc:sldLayoutMk cId="1189762261" sldId="2147483789"/>
          </pc:sldLayoutMkLst>
        </pc:sldLayoutChg>
        <pc:sldLayoutChg chg="add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2847858101" sldId="2147483774"/>
            <pc:sldLayoutMk cId="1255147025" sldId="2147483790"/>
          </pc:sldLayoutMkLst>
        </pc:sldLayoutChg>
        <pc:sldLayoutChg chg="add mod replId">
          <pc:chgData name="William Estes" userId="a88fcdbc31b6f594" providerId="Windows Live" clId="Web-{4B071E7A-94F0-439E-974C-D7360378474A}" dt="2020-09-08T20:15:46.759" v="208"/>
          <pc:sldLayoutMkLst>
            <pc:docMk/>
            <pc:sldMasterMk cId="2847858101" sldId="2147483774"/>
            <pc:sldLayoutMk cId="3532741454" sldId="2147483791"/>
          </pc:sldLayoutMkLst>
        </pc:sldLayoutChg>
      </pc:sldMasterChg>
    </pc:docChg>
  </pc:docChgLst>
  <pc:docChgLst>
    <pc:chgData name="William Estes" userId="a88fcdbc31b6f594" providerId="Windows Live" clId="Web-{5DA654A0-8A07-421A-B443-C8C545A6AF97}"/>
    <pc:docChg chg="modSld">
      <pc:chgData name="William Estes" userId="a88fcdbc31b6f594" providerId="Windows Live" clId="Web-{5DA654A0-8A07-421A-B443-C8C545A6AF97}" dt="2020-09-16T14:36:27.346" v="14" actId="20577"/>
      <pc:docMkLst>
        <pc:docMk/>
      </pc:docMkLst>
      <pc:sldChg chg="modSp">
        <pc:chgData name="William Estes" userId="a88fcdbc31b6f594" providerId="Windows Live" clId="Web-{5DA654A0-8A07-421A-B443-C8C545A6AF97}" dt="2020-09-16T14:36:26.721" v="12" actId="20577"/>
        <pc:sldMkLst>
          <pc:docMk/>
          <pc:sldMk cId="1513037778" sldId="265"/>
        </pc:sldMkLst>
        <pc:spChg chg="mod">
          <ac:chgData name="William Estes" userId="a88fcdbc31b6f594" providerId="Windows Live" clId="Web-{5DA654A0-8A07-421A-B443-C8C545A6AF97}" dt="2020-09-16T14:36:26.721" v="12" actId="20577"/>
          <ac:spMkLst>
            <pc:docMk/>
            <pc:sldMk cId="1513037778" sldId="265"/>
            <ac:spMk id="5" creationId="{C669C636-A5D5-40EE-90E7-99F8268EECF7}"/>
          </ac:spMkLst>
        </pc:spChg>
      </pc:sldChg>
    </pc:docChg>
  </pc:docChgLst>
  <pc:docChgLst>
    <pc:chgData name="William Estes" userId="a88fcdbc31b6f594" providerId="Windows Live" clId="Web-{32D704BB-0E38-4D6F-0E15-43659AA71C54}"/>
    <pc:docChg chg="addSld delSld modSld sldOrd">
      <pc:chgData name="William Estes" userId="a88fcdbc31b6f594" providerId="Windows Live" clId="Web-{32D704BB-0E38-4D6F-0E15-43659AA71C54}" dt="2020-09-09T01:19:59.282" v="1792" actId="20577"/>
      <pc:docMkLst>
        <pc:docMk/>
      </pc:docMkLst>
      <pc:sldChg chg="addSp delSp modSp">
        <pc:chgData name="William Estes" userId="a88fcdbc31b6f594" providerId="Windows Live" clId="Web-{32D704BB-0E38-4D6F-0E15-43659AA71C54}" dt="2020-09-08T21:28:01.447" v="31" actId="20577"/>
        <pc:sldMkLst>
          <pc:docMk/>
          <pc:sldMk cId="1168183476" sldId="259"/>
        </pc:sldMkLst>
        <pc:spChg chg="mod">
          <ac:chgData name="William Estes" userId="a88fcdbc31b6f594" providerId="Windows Live" clId="Web-{32D704BB-0E38-4D6F-0E15-43659AA71C54}" dt="2020-09-08T21:25:57.589" v="5" actId="20577"/>
          <ac:spMkLst>
            <pc:docMk/>
            <pc:sldMk cId="1168183476" sldId="259"/>
            <ac:spMk id="2" creationId="{5953E15F-1BAC-4D55-B9BE-245249298F9E}"/>
          </ac:spMkLst>
        </pc:spChg>
        <pc:spChg chg="del mod">
          <ac:chgData name="William Estes" userId="a88fcdbc31b6f594" providerId="Windows Live" clId="Web-{32D704BB-0E38-4D6F-0E15-43659AA71C54}" dt="2020-09-08T21:27:07.588" v="13"/>
          <ac:spMkLst>
            <pc:docMk/>
            <pc:sldMk cId="1168183476" sldId="259"/>
            <ac:spMk id="3" creationId="{77C9C8CB-20B5-410E-AF3D-5F1CB3BC03C6}"/>
          </ac:spMkLst>
        </pc:spChg>
        <pc:spChg chg="add mod">
          <ac:chgData name="William Estes" userId="a88fcdbc31b6f594" providerId="Windows Live" clId="Web-{32D704BB-0E38-4D6F-0E15-43659AA71C54}" dt="2020-09-08T21:28:01.447" v="31" actId="20577"/>
          <ac:spMkLst>
            <pc:docMk/>
            <pc:sldMk cId="1168183476" sldId="259"/>
            <ac:spMk id="5" creationId="{C669C636-A5D5-40EE-90E7-99F8268EECF7}"/>
          </ac:spMkLst>
        </pc:spChg>
        <pc:spChg chg="add del mod">
          <ac:chgData name="William Estes" userId="a88fcdbc31b6f594" providerId="Windows Live" clId="Web-{32D704BB-0E38-4D6F-0E15-43659AA71C54}" dt="2020-09-08T21:27:11.541" v="14"/>
          <ac:spMkLst>
            <pc:docMk/>
            <pc:sldMk cId="1168183476" sldId="259"/>
            <ac:spMk id="7" creationId="{5043F7AE-3395-4BAD-9FCA-BD4100C0C228}"/>
          </ac:spMkLst>
        </pc:spChg>
      </pc:sldChg>
      <pc:sldChg chg="addSp modSp add replId">
        <pc:chgData name="William Estes" userId="a88fcdbc31b6f594" providerId="Windows Live" clId="Web-{32D704BB-0E38-4D6F-0E15-43659AA71C54}" dt="2020-09-08T22:39:32.313" v="571" actId="20577"/>
        <pc:sldMkLst>
          <pc:docMk/>
          <pc:sldMk cId="3254863705" sldId="260"/>
        </pc:sldMkLst>
        <pc:spChg chg="mod">
          <ac:chgData name="William Estes" userId="a88fcdbc31b6f594" providerId="Windows Live" clId="Web-{32D704BB-0E38-4D6F-0E15-43659AA71C54}" dt="2020-09-08T22:39:32.313" v="571" actId="20577"/>
          <ac:spMkLst>
            <pc:docMk/>
            <pc:sldMk cId="3254863705" sldId="260"/>
            <ac:spMk id="2" creationId="{5953E15F-1BAC-4D55-B9BE-245249298F9E}"/>
          </ac:spMkLst>
        </pc:spChg>
        <pc:spChg chg="mod">
          <ac:chgData name="William Estes" userId="a88fcdbc31b6f594" providerId="Windows Live" clId="Web-{32D704BB-0E38-4D6F-0E15-43659AA71C54}" dt="2020-09-08T21:33:18.755" v="113" actId="20577"/>
          <ac:spMkLst>
            <pc:docMk/>
            <pc:sldMk cId="3254863705" sldId="260"/>
            <ac:spMk id="5" creationId="{C669C636-A5D5-40EE-90E7-99F8268EECF7}"/>
          </ac:spMkLst>
        </pc:spChg>
        <pc:picChg chg="add mod">
          <ac:chgData name="William Estes" userId="a88fcdbc31b6f594" providerId="Windows Live" clId="Web-{32D704BB-0E38-4D6F-0E15-43659AA71C54}" dt="2020-09-08T21:33:26.614" v="118" actId="1076"/>
          <ac:picMkLst>
            <pc:docMk/>
            <pc:sldMk cId="3254863705" sldId="260"/>
            <ac:picMk id="3" creationId="{275809A7-260E-4ACA-B877-0B18D6F4389A}"/>
          </ac:picMkLst>
        </pc:picChg>
      </pc:sldChg>
      <pc:sldChg chg="addSp delSp modSp add replId">
        <pc:chgData name="William Estes" userId="a88fcdbc31b6f594" providerId="Windows Live" clId="Web-{32D704BB-0E38-4D6F-0E15-43659AA71C54}" dt="2020-09-08T22:39:42.625" v="579" actId="20577"/>
        <pc:sldMkLst>
          <pc:docMk/>
          <pc:sldMk cId="4247266947" sldId="261"/>
        </pc:sldMkLst>
        <pc:spChg chg="mod">
          <ac:chgData name="William Estes" userId="a88fcdbc31b6f594" providerId="Windows Live" clId="Web-{32D704BB-0E38-4D6F-0E15-43659AA71C54}" dt="2020-09-08T22:39:42.625" v="579" actId="20577"/>
          <ac:spMkLst>
            <pc:docMk/>
            <pc:sldMk cId="4247266947" sldId="261"/>
            <ac:spMk id="2" creationId="{5953E15F-1BAC-4D55-B9BE-245249298F9E}"/>
          </ac:spMkLst>
        </pc:spChg>
        <pc:spChg chg="mod">
          <ac:chgData name="William Estes" userId="a88fcdbc31b6f594" providerId="Windows Live" clId="Web-{32D704BB-0E38-4D6F-0E15-43659AA71C54}" dt="2020-09-08T21:43:55.559" v="166" actId="20577"/>
          <ac:spMkLst>
            <pc:docMk/>
            <pc:sldMk cId="4247266947" sldId="261"/>
            <ac:spMk id="5" creationId="{C669C636-A5D5-40EE-90E7-99F8268EECF7}"/>
          </ac:spMkLst>
        </pc:spChg>
        <pc:picChg chg="del">
          <ac:chgData name="William Estes" userId="a88fcdbc31b6f594" providerId="Windows Live" clId="Web-{32D704BB-0E38-4D6F-0E15-43659AA71C54}" dt="2020-09-08T21:34:46.160" v="120"/>
          <ac:picMkLst>
            <pc:docMk/>
            <pc:sldMk cId="4247266947" sldId="261"/>
            <ac:picMk id="3" creationId="{275809A7-260E-4ACA-B877-0B18D6F4389A}"/>
          </ac:picMkLst>
        </pc:picChg>
        <pc:picChg chg="add mod">
          <ac:chgData name="William Estes" userId="a88fcdbc31b6f594" providerId="Windows Live" clId="Web-{32D704BB-0E38-4D6F-0E15-43659AA71C54}" dt="2020-09-08T21:44:03.950" v="170" actId="14100"/>
          <ac:picMkLst>
            <pc:docMk/>
            <pc:sldMk cId="4247266947" sldId="261"/>
            <ac:picMk id="4" creationId="{504855C1-CCB6-4952-908F-2B1BF6B2284F}"/>
          </ac:picMkLst>
        </pc:picChg>
        <pc:picChg chg="add mod">
          <ac:chgData name="William Estes" userId="a88fcdbc31b6f594" providerId="Windows Live" clId="Web-{32D704BB-0E38-4D6F-0E15-43659AA71C54}" dt="2020-09-08T21:47:19.775" v="173" actId="14100"/>
          <ac:picMkLst>
            <pc:docMk/>
            <pc:sldMk cId="4247266947" sldId="261"/>
            <ac:picMk id="6" creationId="{79A0672F-5F83-46E4-A1DE-46E31B147349}"/>
          </ac:picMkLst>
        </pc:picChg>
      </pc:sldChg>
      <pc:sldChg chg="addSp delSp modSp add replId">
        <pc:chgData name="William Estes" userId="a88fcdbc31b6f594" providerId="Windows Live" clId="Web-{32D704BB-0E38-4D6F-0E15-43659AA71C54}" dt="2020-09-08T22:39:47.781" v="583" actId="20577"/>
        <pc:sldMkLst>
          <pc:docMk/>
          <pc:sldMk cId="3049370478" sldId="262"/>
        </pc:sldMkLst>
        <pc:spChg chg="mod">
          <ac:chgData name="William Estes" userId="a88fcdbc31b6f594" providerId="Windows Live" clId="Web-{32D704BB-0E38-4D6F-0E15-43659AA71C54}" dt="2020-09-08T22:39:47.781" v="583" actId="20577"/>
          <ac:spMkLst>
            <pc:docMk/>
            <pc:sldMk cId="3049370478" sldId="262"/>
            <ac:spMk id="2" creationId="{5953E15F-1BAC-4D55-B9BE-245249298F9E}"/>
          </ac:spMkLst>
        </pc:spChg>
        <pc:spChg chg="mod">
          <ac:chgData name="William Estes" userId="a88fcdbc31b6f594" providerId="Windows Live" clId="Web-{32D704BB-0E38-4D6F-0E15-43659AA71C54}" dt="2020-09-08T21:57:43.267" v="181" actId="20577"/>
          <ac:spMkLst>
            <pc:docMk/>
            <pc:sldMk cId="3049370478" sldId="262"/>
            <ac:spMk id="5" creationId="{C669C636-A5D5-40EE-90E7-99F8268EECF7}"/>
          </ac:spMkLst>
        </pc:spChg>
        <pc:picChg chg="add mod">
          <ac:chgData name="William Estes" userId="a88fcdbc31b6f594" providerId="Windows Live" clId="Web-{32D704BB-0E38-4D6F-0E15-43659AA71C54}" dt="2020-09-08T21:58:01.595" v="188" actId="1076"/>
          <ac:picMkLst>
            <pc:docMk/>
            <pc:sldMk cId="3049370478" sldId="262"/>
            <ac:picMk id="3" creationId="{0AF7AC4A-FDCA-47E7-BBC7-F7A5A45298DF}"/>
          </ac:picMkLst>
        </pc:picChg>
        <pc:picChg chg="del">
          <ac:chgData name="William Estes" userId="a88fcdbc31b6f594" providerId="Windows Live" clId="Web-{32D704BB-0E38-4D6F-0E15-43659AA71C54}" dt="2020-09-08T21:50:52.069" v="175"/>
          <ac:picMkLst>
            <pc:docMk/>
            <pc:sldMk cId="3049370478" sldId="262"/>
            <ac:picMk id="4" creationId="{504855C1-CCB6-4952-908F-2B1BF6B2284F}"/>
          </ac:picMkLst>
        </pc:picChg>
        <pc:picChg chg="del">
          <ac:chgData name="William Estes" userId="a88fcdbc31b6f594" providerId="Windows Live" clId="Web-{32D704BB-0E38-4D6F-0E15-43659AA71C54}" dt="2020-09-08T21:50:53.632" v="176"/>
          <ac:picMkLst>
            <pc:docMk/>
            <pc:sldMk cId="3049370478" sldId="262"/>
            <ac:picMk id="6" creationId="{79A0672F-5F83-46E4-A1DE-46E31B147349}"/>
          </ac:picMkLst>
        </pc:picChg>
      </pc:sldChg>
      <pc:sldChg chg="addSp delSp modSp add replId">
        <pc:chgData name="William Estes" userId="a88fcdbc31b6f594" providerId="Windows Live" clId="Web-{32D704BB-0E38-4D6F-0E15-43659AA71C54}" dt="2020-09-08T22:39:50.922" v="587" actId="20577"/>
        <pc:sldMkLst>
          <pc:docMk/>
          <pc:sldMk cId="221110421" sldId="263"/>
        </pc:sldMkLst>
        <pc:spChg chg="mod">
          <ac:chgData name="William Estes" userId="a88fcdbc31b6f594" providerId="Windows Live" clId="Web-{32D704BB-0E38-4D6F-0E15-43659AA71C54}" dt="2020-09-08T22:39:50.922" v="587" actId="20577"/>
          <ac:spMkLst>
            <pc:docMk/>
            <pc:sldMk cId="221110421" sldId="263"/>
            <ac:spMk id="2" creationId="{5953E15F-1BAC-4D55-B9BE-245249298F9E}"/>
          </ac:spMkLst>
        </pc:spChg>
        <pc:spChg chg="mod">
          <ac:chgData name="William Estes" userId="a88fcdbc31b6f594" providerId="Windows Live" clId="Web-{32D704BB-0E38-4D6F-0E15-43659AA71C54}" dt="2020-09-08T22:29:11.930" v="473" actId="20577"/>
          <ac:spMkLst>
            <pc:docMk/>
            <pc:sldMk cId="221110421" sldId="263"/>
            <ac:spMk id="5" creationId="{C669C636-A5D5-40EE-90E7-99F8268EECF7}"/>
          </ac:spMkLst>
        </pc:spChg>
        <pc:picChg chg="del">
          <ac:chgData name="William Estes" userId="a88fcdbc31b6f594" providerId="Windows Live" clId="Web-{32D704BB-0E38-4D6F-0E15-43659AA71C54}" dt="2020-09-08T22:05:17.683" v="209"/>
          <ac:picMkLst>
            <pc:docMk/>
            <pc:sldMk cId="221110421" sldId="263"/>
            <ac:picMk id="3" creationId="{0AF7AC4A-FDCA-47E7-BBC7-F7A5A45298DF}"/>
          </ac:picMkLst>
        </pc:picChg>
        <pc:picChg chg="add del mod">
          <ac:chgData name="William Estes" userId="a88fcdbc31b6f594" providerId="Windows Live" clId="Web-{32D704BB-0E38-4D6F-0E15-43659AA71C54}" dt="2020-09-08T22:26:21.479" v="386"/>
          <ac:picMkLst>
            <pc:docMk/>
            <pc:sldMk cId="221110421" sldId="263"/>
            <ac:picMk id="4" creationId="{E6A1013F-3B34-4B61-98CE-B7CA727650BD}"/>
          </ac:picMkLst>
        </pc:picChg>
        <pc:picChg chg="add mod">
          <ac:chgData name="William Estes" userId="a88fcdbc31b6f594" providerId="Windows Live" clId="Web-{32D704BB-0E38-4D6F-0E15-43659AA71C54}" dt="2020-09-08T22:30:42.554" v="476" actId="1076"/>
          <ac:picMkLst>
            <pc:docMk/>
            <pc:sldMk cId="221110421" sldId="263"/>
            <ac:picMk id="6" creationId="{76E4FCB7-30E2-4803-BCAA-EE7111E42F88}"/>
          </ac:picMkLst>
        </pc:picChg>
        <pc:picChg chg="add mod">
          <ac:chgData name="William Estes" userId="a88fcdbc31b6f594" providerId="Windows Live" clId="Web-{32D704BB-0E38-4D6F-0E15-43659AA71C54}" dt="2020-09-08T22:31:34.741" v="478" actId="1076"/>
          <ac:picMkLst>
            <pc:docMk/>
            <pc:sldMk cId="221110421" sldId="263"/>
            <ac:picMk id="7" creationId="{780187BE-218C-4253-B8A6-F40D49A1F4DE}"/>
          </ac:picMkLst>
        </pc:picChg>
      </pc:sldChg>
      <pc:sldChg chg="addSp delSp modSp add ord replId">
        <pc:chgData name="William Estes" userId="a88fcdbc31b6f594" providerId="Windows Live" clId="Web-{32D704BB-0E38-4D6F-0E15-43659AA71C54}" dt="2020-09-08T22:40:22.499" v="617" actId="20577"/>
        <pc:sldMkLst>
          <pc:docMk/>
          <pc:sldMk cId="1229459385" sldId="264"/>
        </pc:sldMkLst>
        <pc:spChg chg="mod">
          <ac:chgData name="William Estes" userId="a88fcdbc31b6f594" providerId="Windows Live" clId="Web-{32D704BB-0E38-4D6F-0E15-43659AA71C54}" dt="2020-09-08T22:40:22.499" v="617" actId="20577"/>
          <ac:spMkLst>
            <pc:docMk/>
            <pc:sldMk cId="1229459385" sldId="264"/>
            <ac:spMk id="2" creationId="{5953E15F-1BAC-4D55-B9BE-245249298F9E}"/>
          </ac:spMkLst>
        </pc:spChg>
        <pc:spChg chg="mod">
          <ac:chgData name="William Estes" userId="a88fcdbc31b6f594" providerId="Windows Live" clId="Web-{32D704BB-0E38-4D6F-0E15-43659AA71C54}" dt="2020-09-08T22:36:30.940" v="543" actId="20577"/>
          <ac:spMkLst>
            <pc:docMk/>
            <pc:sldMk cId="1229459385" sldId="264"/>
            <ac:spMk id="5" creationId="{C669C636-A5D5-40EE-90E7-99F8268EECF7}"/>
          </ac:spMkLst>
        </pc:spChg>
        <pc:picChg chg="del">
          <ac:chgData name="William Estes" userId="a88fcdbc31b6f594" providerId="Windows Live" clId="Web-{32D704BB-0E38-4D6F-0E15-43659AA71C54}" dt="2020-09-08T22:33:22.677" v="482"/>
          <ac:picMkLst>
            <pc:docMk/>
            <pc:sldMk cId="1229459385" sldId="264"/>
            <ac:picMk id="3" creationId="{0AF7AC4A-FDCA-47E7-BBC7-F7A5A45298DF}"/>
          </ac:picMkLst>
        </pc:picChg>
        <pc:picChg chg="add mod">
          <ac:chgData name="William Estes" userId="a88fcdbc31b6f594" providerId="Windows Live" clId="Web-{32D704BB-0E38-4D6F-0E15-43659AA71C54}" dt="2020-09-08T22:37:14.049" v="548" actId="1076"/>
          <ac:picMkLst>
            <pc:docMk/>
            <pc:sldMk cId="1229459385" sldId="264"/>
            <ac:picMk id="4" creationId="{B643A0BA-4D7A-485A-9281-68033DE1B45D}"/>
          </ac:picMkLst>
        </pc:picChg>
      </pc:sldChg>
      <pc:sldChg chg="addSp delSp modSp add del mod replId chgLayout">
        <pc:chgData name="William Estes" userId="a88fcdbc31b6f594" providerId="Windows Live" clId="Web-{32D704BB-0E38-4D6F-0E15-43659AA71C54}" dt="2020-09-08T22:31:45.053" v="479"/>
        <pc:sldMkLst>
          <pc:docMk/>
          <pc:sldMk cId="4153169033" sldId="264"/>
        </pc:sldMkLst>
        <pc:spChg chg="mod ord">
          <ac:chgData name="William Estes" userId="a88fcdbc31b6f594" providerId="Windows Live" clId="Web-{32D704BB-0E38-4D6F-0E15-43659AA71C54}" dt="2020-09-08T22:12:54.490" v="301" actId="1076"/>
          <ac:spMkLst>
            <pc:docMk/>
            <pc:sldMk cId="4153169033" sldId="264"/>
            <ac:spMk id="2" creationId="{5953E15F-1BAC-4D55-B9BE-245249298F9E}"/>
          </ac:spMkLst>
        </pc:spChg>
        <pc:spChg chg="del mod">
          <ac:chgData name="William Estes" userId="a88fcdbc31b6f594" providerId="Windows Live" clId="Web-{32D704BB-0E38-4D6F-0E15-43659AA71C54}" dt="2020-09-08T22:13:04.661" v="305"/>
          <ac:spMkLst>
            <pc:docMk/>
            <pc:sldMk cId="4153169033" sldId="264"/>
            <ac:spMk id="5" creationId="{C669C636-A5D5-40EE-90E7-99F8268EECF7}"/>
          </ac:spMkLst>
        </pc:spChg>
        <pc:spChg chg="add mod ord">
          <ac:chgData name="William Estes" userId="a88fcdbc31b6f594" providerId="Windows Live" clId="Web-{32D704BB-0E38-4D6F-0E15-43659AA71C54}" dt="2020-09-08T22:26:28.932" v="387" actId="20577"/>
          <ac:spMkLst>
            <pc:docMk/>
            <pc:sldMk cId="4153169033" sldId="264"/>
            <ac:spMk id="6" creationId="{E73E5689-5FEC-4A83-AD7F-67A1D8EEFABA}"/>
          </ac:spMkLst>
        </pc:spChg>
        <pc:spChg chg="add del mod ord">
          <ac:chgData name="William Estes" userId="a88fcdbc31b6f594" providerId="Windows Live" clId="Web-{32D704BB-0E38-4D6F-0E15-43659AA71C54}" dt="2020-09-08T22:13:53.958" v="312"/>
          <ac:spMkLst>
            <pc:docMk/>
            <pc:sldMk cId="4153169033" sldId="264"/>
            <ac:spMk id="7" creationId="{B567D653-560B-4886-AAF0-E1AC53F085AF}"/>
          </ac:spMkLst>
        </pc:spChg>
        <pc:picChg chg="add del mod">
          <ac:chgData name="William Estes" userId="a88fcdbc31b6f594" providerId="Windows Live" clId="Web-{32D704BB-0E38-4D6F-0E15-43659AA71C54}" dt="2020-09-08T22:21:47.873" v="360"/>
          <ac:picMkLst>
            <pc:docMk/>
            <pc:sldMk cId="4153169033" sldId="264"/>
            <ac:picMk id="3" creationId="{B2C12659-09EF-42D4-86AD-16EC0563AF2D}"/>
          </ac:picMkLst>
        </pc:picChg>
        <pc:picChg chg="del">
          <ac:chgData name="William Estes" userId="a88fcdbc31b6f594" providerId="Windows Live" clId="Web-{32D704BB-0E38-4D6F-0E15-43659AA71C54}" dt="2020-09-08T22:05:38.214" v="216"/>
          <ac:picMkLst>
            <pc:docMk/>
            <pc:sldMk cId="4153169033" sldId="264"/>
            <ac:picMk id="4" creationId="{E6A1013F-3B34-4B61-98CE-B7CA727650BD}"/>
          </ac:picMkLst>
        </pc:picChg>
        <pc:picChg chg="add del mod">
          <ac:chgData name="William Estes" userId="a88fcdbc31b6f594" providerId="Windows Live" clId="Web-{32D704BB-0E38-4D6F-0E15-43659AA71C54}" dt="2020-09-08T22:27:03.666" v="398"/>
          <ac:picMkLst>
            <pc:docMk/>
            <pc:sldMk cId="4153169033" sldId="264"/>
            <ac:picMk id="8" creationId="{C2C10558-0C12-49E6-A814-72C502BC9882}"/>
          </ac:picMkLst>
        </pc:picChg>
      </pc:sldChg>
      <pc:sldChg chg="delSp modSp add replId">
        <pc:chgData name="William Estes" userId="a88fcdbc31b6f594" providerId="Windows Live" clId="Web-{32D704BB-0E38-4D6F-0E15-43659AA71C54}" dt="2020-09-08T22:50:53.147" v="738" actId="20577"/>
        <pc:sldMkLst>
          <pc:docMk/>
          <pc:sldMk cId="1513037778" sldId="265"/>
        </pc:sldMkLst>
        <pc:spChg chg="mod">
          <ac:chgData name="William Estes" userId="a88fcdbc31b6f594" providerId="Windows Live" clId="Web-{32D704BB-0E38-4D6F-0E15-43659AA71C54}" dt="2020-09-08T22:45:50.401" v="652" actId="20577"/>
          <ac:spMkLst>
            <pc:docMk/>
            <pc:sldMk cId="1513037778" sldId="265"/>
            <ac:spMk id="2" creationId="{5953E15F-1BAC-4D55-B9BE-245249298F9E}"/>
          </ac:spMkLst>
        </pc:spChg>
        <pc:spChg chg="mod">
          <ac:chgData name="William Estes" userId="a88fcdbc31b6f594" providerId="Windows Live" clId="Web-{32D704BB-0E38-4D6F-0E15-43659AA71C54}" dt="2020-09-08T22:50:53.147" v="738" actId="20577"/>
          <ac:spMkLst>
            <pc:docMk/>
            <pc:sldMk cId="1513037778" sldId="265"/>
            <ac:spMk id="5" creationId="{C669C636-A5D5-40EE-90E7-99F8268EECF7}"/>
          </ac:spMkLst>
        </pc:spChg>
        <pc:picChg chg="del">
          <ac:chgData name="William Estes" userId="a88fcdbc31b6f594" providerId="Windows Live" clId="Web-{32D704BB-0E38-4D6F-0E15-43659AA71C54}" dt="2020-09-08T22:45:55.136" v="658"/>
          <ac:picMkLst>
            <pc:docMk/>
            <pc:sldMk cId="1513037778" sldId="265"/>
            <ac:picMk id="4" creationId="{B643A0BA-4D7A-485A-9281-68033DE1B45D}"/>
          </ac:picMkLst>
        </pc:picChg>
      </pc:sldChg>
      <pc:sldChg chg="delSp modSp add del replId">
        <pc:chgData name="William Estes" userId="a88fcdbc31b6f594" providerId="Windows Live" clId="Web-{32D704BB-0E38-4D6F-0E15-43659AA71C54}" dt="2020-09-08T22:45:34.433" v="640"/>
        <pc:sldMkLst>
          <pc:docMk/>
          <pc:sldMk cId="1589187499" sldId="265"/>
        </pc:sldMkLst>
        <pc:spChg chg="mod">
          <ac:chgData name="William Estes" userId="a88fcdbc31b6f594" providerId="Windows Live" clId="Web-{32D704BB-0E38-4D6F-0E15-43659AA71C54}" dt="2020-09-08T22:40:28.343" v="625" actId="20577"/>
          <ac:spMkLst>
            <pc:docMk/>
            <pc:sldMk cId="1589187499" sldId="265"/>
            <ac:spMk id="2" creationId="{5953E15F-1BAC-4D55-B9BE-245249298F9E}"/>
          </ac:spMkLst>
        </pc:spChg>
        <pc:spChg chg="mod">
          <ac:chgData name="William Estes" userId="a88fcdbc31b6f594" providerId="Windows Live" clId="Web-{32D704BB-0E38-4D6F-0E15-43659AA71C54}" dt="2020-09-08T22:40:32.359" v="628" actId="20577"/>
          <ac:spMkLst>
            <pc:docMk/>
            <pc:sldMk cId="1589187499" sldId="265"/>
            <ac:spMk id="5" creationId="{C669C636-A5D5-40EE-90E7-99F8268EECF7}"/>
          </ac:spMkLst>
        </pc:spChg>
        <pc:picChg chg="del">
          <ac:chgData name="William Estes" userId="a88fcdbc31b6f594" providerId="Windows Live" clId="Web-{32D704BB-0E38-4D6F-0E15-43659AA71C54}" dt="2020-09-08T22:38:19.673" v="550"/>
          <ac:picMkLst>
            <pc:docMk/>
            <pc:sldMk cId="1589187499" sldId="265"/>
            <ac:picMk id="4" creationId="{B643A0BA-4D7A-485A-9281-68033DE1B45D}"/>
          </ac:picMkLst>
        </pc:picChg>
      </pc:sldChg>
      <pc:sldChg chg="addSp delSp modSp add replId">
        <pc:chgData name="William Estes" userId="a88fcdbc31b6f594" providerId="Windows Live" clId="Web-{32D704BB-0E38-4D6F-0E15-43659AA71C54}" dt="2020-09-08T22:57:15.017" v="858" actId="14100"/>
        <pc:sldMkLst>
          <pc:docMk/>
          <pc:sldMk cId="886780660" sldId="266"/>
        </pc:sldMkLst>
        <pc:spChg chg="mod">
          <ac:chgData name="William Estes" userId="a88fcdbc31b6f594" providerId="Windows Live" clId="Web-{32D704BB-0E38-4D6F-0E15-43659AA71C54}" dt="2020-09-08T22:51:27.225" v="747" actId="20577"/>
          <ac:spMkLst>
            <pc:docMk/>
            <pc:sldMk cId="886780660" sldId="266"/>
            <ac:spMk id="2" creationId="{5953E15F-1BAC-4D55-B9BE-245249298F9E}"/>
          </ac:spMkLst>
        </pc:spChg>
        <pc:spChg chg="mod">
          <ac:chgData name="William Estes" userId="a88fcdbc31b6f594" providerId="Windows Live" clId="Web-{32D704BB-0E38-4D6F-0E15-43659AA71C54}" dt="2020-09-08T22:56:10.565" v="853" actId="20577"/>
          <ac:spMkLst>
            <pc:docMk/>
            <pc:sldMk cId="886780660" sldId="266"/>
            <ac:spMk id="5" creationId="{C669C636-A5D5-40EE-90E7-99F8268EECF7}"/>
          </ac:spMkLst>
        </pc:spChg>
        <pc:picChg chg="add mod">
          <ac:chgData name="William Estes" userId="a88fcdbc31b6f594" providerId="Windows Live" clId="Web-{32D704BB-0E38-4D6F-0E15-43659AA71C54}" dt="2020-09-08T22:54:50.035" v="850" actId="1076"/>
          <ac:picMkLst>
            <pc:docMk/>
            <pc:sldMk cId="886780660" sldId="266"/>
            <ac:picMk id="3" creationId="{50368F53-07D4-4153-8981-FA250BD5E9BA}"/>
          </ac:picMkLst>
        </pc:picChg>
        <pc:picChg chg="del">
          <ac:chgData name="William Estes" userId="a88fcdbc31b6f594" providerId="Windows Live" clId="Web-{32D704BB-0E38-4D6F-0E15-43659AA71C54}" dt="2020-09-08T22:51:22.178" v="741"/>
          <ac:picMkLst>
            <pc:docMk/>
            <pc:sldMk cId="886780660" sldId="266"/>
            <ac:picMk id="4" creationId="{B643A0BA-4D7A-485A-9281-68033DE1B45D}"/>
          </ac:picMkLst>
        </pc:picChg>
        <pc:picChg chg="add mod">
          <ac:chgData name="William Estes" userId="a88fcdbc31b6f594" providerId="Windows Live" clId="Web-{32D704BB-0E38-4D6F-0E15-43659AA71C54}" dt="2020-09-08T22:57:15.017" v="858" actId="14100"/>
          <ac:picMkLst>
            <pc:docMk/>
            <pc:sldMk cId="886780660" sldId="266"/>
            <ac:picMk id="6" creationId="{1B03E479-28A7-41B9-8BA8-B581A95D89DD}"/>
          </ac:picMkLst>
        </pc:picChg>
      </pc:sldChg>
      <pc:sldChg chg="modSp add del replId">
        <pc:chgData name="William Estes" userId="a88fcdbc31b6f594" providerId="Windows Live" clId="Web-{32D704BB-0E38-4D6F-0E15-43659AA71C54}" dt="2020-09-08T22:45:34.433" v="639"/>
        <pc:sldMkLst>
          <pc:docMk/>
          <pc:sldMk cId="3670744187" sldId="266"/>
        </pc:sldMkLst>
        <pc:spChg chg="mod">
          <ac:chgData name="William Estes" userId="a88fcdbc31b6f594" providerId="Windows Live" clId="Web-{32D704BB-0E38-4D6F-0E15-43659AA71C54}" dt="2020-09-08T22:45:27.761" v="636" actId="20577"/>
          <ac:spMkLst>
            <pc:docMk/>
            <pc:sldMk cId="3670744187" sldId="266"/>
            <ac:spMk id="2" creationId="{5953E15F-1BAC-4D55-B9BE-245249298F9E}"/>
          </ac:spMkLst>
        </pc:spChg>
      </pc:sldChg>
      <pc:sldChg chg="addSp delSp modSp add replId">
        <pc:chgData name="William Estes" userId="a88fcdbc31b6f594" providerId="Windows Live" clId="Web-{32D704BB-0E38-4D6F-0E15-43659AA71C54}" dt="2020-09-09T00:20:19.126" v="1180" actId="1076"/>
        <pc:sldMkLst>
          <pc:docMk/>
          <pc:sldMk cId="1975273764" sldId="267"/>
        </pc:sldMkLst>
        <pc:spChg chg="mod">
          <ac:chgData name="William Estes" userId="a88fcdbc31b6f594" providerId="Windows Live" clId="Web-{32D704BB-0E38-4D6F-0E15-43659AA71C54}" dt="2020-09-09T00:18:51.610" v="1177" actId="20577"/>
          <ac:spMkLst>
            <pc:docMk/>
            <pc:sldMk cId="1975273764" sldId="267"/>
            <ac:spMk id="5" creationId="{C669C636-A5D5-40EE-90E7-99F8268EECF7}"/>
          </ac:spMkLst>
        </pc:spChg>
        <pc:picChg chg="del">
          <ac:chgData name="William Estes" userId="a88fcdbc31b6f594" providerId="Windows Live" clId="Web-{32D704BB-0E38-4D6F-0E15-43659AA71C54}" dt="2020-09-09T00:12:48.319" v="861"/>
          <ac:picMkLst>
            <pc:docMk/>
            <pc:sldMk cId="1975273764" sldId="267"/>
            <ac:picMk id="3" creationId="{50368F53-07D4-4153-8981-FA250BD5E9BA}"/>
          </ac:picMkLst>
        </pc:picChg>
        <pc:picChg chg="add mod">
          <ac:chgData name="William Estes" userId="a88fcdbc31b6f594" providerId="Windows Live" clId="Web-{32D704BB-0E38-4D6F-0E15-43659AA71C54}" dt="2020-09-09T00:20:19.126" v="1180" actId="1076"/>
          <ac:picMkLst>
            <pc:docMk/>
            <pc:sldMk cId="1975273764" sldId="267"/>
            <ac:picMk id="4" creationId="{900DDE69-319E-48EC-8BF2-D584EFF1DAAD}"/>
          </ac:picMkLst>
        </pc:picChg>
        <pc:picChg chg="del">
          <ac:chgData name="William Estes" userId="a88fcdbc31b6f594" providerId="Windows Live" clId="Web-{32D704BB-0E38-4D6F-0E15-43659AA71C54}" dt="2020-09-09T00:12:46.459" v="860"/>
          <ac:picMkLst>
            <pc:docMk/>
            <pc:sldMk cId="1975273764" sldId="267"/>
            <ac:picMk id="6" creationId="{1B03E479-28A7-41B9-8BA8-B581A95D89DD}"/>
          </ac:picMkLst>
        </pc:picChg>
      </pc:sldChg>
      <pc:sldChg chg="addSp delSp modSp add replId">
        <pc:chgData name="William Estes" userId="a88fcdbc31b6f594" providerId="Windows Live" clId="Web-{32D704BB-0E38-4D6F-0E15-43659AA71C54}" dt="2020-09-09T00:37:34.166" v="1292" actId="14100"/>
        <pc:sldMkLst>
          <pc:docMk/>
          <pc:sldMk cId="1056641257" sldId="268"/>
        </pc:sldMkLst>
        <pc:spChg chg="mod">
          <ac:chgData name="William Estes" userId="a88fcdbc31b6f594" providerId="Windows Live" clId="Web-{32D704BB-0E38-4D6F-0E15-43659AA71C54}" dt="2020-09-09T00:33:10.164" v="1277" actId="20577"/>
          <ac:spMkLst>
            <pc:docMk/>
            <pc:sldMk cId="1056641257" sldId="268"/>
            <ac:spMk id="5" creationId="{C669C636-A5D5-40EE-90E7-99F8268EECF7}"/>
          </ac:spMkLst>
        </pc:spChg>
        <pc:picChg chg="add mod">
          <ac:chgData name="William Estes" userId="a88fcdbc31b6f594" providerId="Windows Live" clId="Web-{32D704BB-0E38-4D6F-0E15-43659AA71C54}" dt="2020-09-09T00:37:28.354" v="1289" actId="1076"/>
          <ac:picMkLst>
            <pc:docMk/>
            <pc:sldMk cId="1056641257" sldId="268"/>
            <ac:picMk id="3" creationId="{CF5934AA-2E12-4DD6-9967-997C9541BE23}"/>
          </ac:picMkLst>
        </pc:picChg>
        <pc:picChg chg="del">
          <ac:chgData name="William Estes" userId="a88fcdbc31b6f594" providerId="Windows Live" clId="Web-{32D704BB-0E38-4D6F-0E15-43659AA71C54}" dt="2020-09-09T00:21:49.720" v="1182"/>
          <ac:picMkLst>
            <pc:docMk/>
            <pc:sldMk cId="1056641257" sldId="268"/>
            <ac:picMk id="4" creationId="{900DDE69-319E-48EC-8BF2-D584EFF1DAAD}"/>
          </ac:picMkLst>
        </pc:picChg>
        <pc:picChg chg="add mod">
          <ac:chgData name="William Estes" userId="a88fcdbc31b6f594" providerId="Windows Live" clId="Web-{32D704BB-0E38-4D6F-0E15-43659AA71C54}" dt="2020-09-09T00:37:34.166" v="1292" actId="14100"/>
          <ac:picMkLst>
            <pc:docMk/>
            <pc:sldMk cId="1056641257" sldId="268"/>
            <ac:picMk id="6" creationId="{687FEC09-84C2-4BEA-9F7A-319701A9F1B6}"/>
          </ac:picMkLst>
        </pc:picChg>
      </pc:sldChg>
      <pc:sldChg chg="addSp delSp modSp add replId">
        <pc:chgData name="William Estes" userId="a88fcdbc31b6f594" providerId="Windows Live" clId="Web-{32D704BB-0E38-4D6F-0E15-43659AA71C54}" dt="2020-09-09T01:00:08.944" v="1382" actId="20577"/>
        <pc:sldMkLst>
          <pc:docMk/>
          <pc:sldMk cId="2989859000" sldId="269"/>
        </pc:sldMkLst>
        <pc:spChg chg="mod">
          <ac:chgData name="William Estes" userId="a88fcdbc31b6f594" providerId="Windows Live" clId="Web-{32D704BB-0E38-4D6F-0E15-43659AA71C54}" dt="2020-09-09T00:40:57.449" v="1341" actId="20577"/>
          <ac:spMkLst>
            <pc:docMk/>
            <pc:sldMk cId="2989859000" sldId="269"/>
            <ac:spMk id="5" creationId="{C669C636-A5D5-40EE-90E7-99F8268EECF7}"/>
          </ac:spMkLst>
        </pc:spChg>
        <pc:spChg chg="add mod">
          <ac:chgData name="William Estes" userId="a88fcdbc31b6f594" providerId="Windows Live" clId="Web-{32D704BB-0E38-4D6F-0E15-43659AA71C54}" dt="2020-09-09T01:00:08.944" v="1382" actId="20577"/>
          <ac:spMkLst>
            <pc:docMk/>
            <pc:sldMk cId="2989859000" sldId="269"/>
            <ac:spMk id="8" creationId="{F3B87A8B-3F2A-4901-B10D-07D5EB9A7ED0}"/>
          </ac:spMkLst>
        </pc:spChg>
        <pc:picChg chg="del">
          <ac:chgData name="William Estes" userId="a88fcdbc31b6f594" providerId="Windows Live" clId="Web-{32D704BB-0E38-4D6F-0E15-43659AA71C54}" dt="2020-09-09T00:35:31.415" v="1285"/>
          <ac:picMkLst>
            <pc:docMk/>
            <pc:sldMk cId="2989859000" sldId="269"/>
            <ac:picMk id="3" creationId="{CF5934AA-2E12-4DD6-9967-997C9541BE23}"/>
          </ac:picMkLst>
        </pc:picChg>
        <pc:picChg chg="add mod">
          <ac:chgData name="William Estes" userId="a88fcdbc31b6f594" providerId="Windows Live" clId="Web-{32D704BB-0E38-4D6F-0E15-43659AA71C54}" dt="2020-09-09T00:41:01.434" v="1344" actId="1076"/>
          <ac:picMkLst>
            <pc:docMk/>
            <pc:sldMk cId="2989859000" sldId="269"/>
            <ac:picMk id="4" creationId="{F6CB6D52-BC2E-4B04-896F-535550CB2290}"/>
          </ac:picMkLst>
        </pc:picChg>
        <pc:picChg chg="add mod">
          <ac:chgData name="William Estes" userId="a88fcdbc31b6f594" providerId="Windows Live" clId="Web-{32D704BB-0E38-4D6F-0E15-43659AA71C54}" dt="2020-09-09T00:51:01.751" v="1349" actId="14100"/>
          <ac:picMkLst>
            <pc:docMk/>
            <pc:sldMk cId="2989859000" sldId="269"/>
            <ac:picMk id="6" creationId="{DED0E424-E2F6-4D4C-931D-AE3E48FC4376}"/>
          </ac:picMkLst>
        </pc:picChg>
        <pc:picChg chg="add mod">
          <ac:chgData name="William Estes" userId="a88fcdbc31b6f594" providerId="Windows Live" clId="Web-{32D704BB-0E38-4D6F-0E15-43659AA71C54}" dt="2020-09-09T00:57:41.661" v="1352" actId="1076"/>
          <ac:picMkLst>
            <pc:docMk/>
            <pc:sldMk cId="2989859000" sldId="269"/>
            <ac:picMk id="7" creationId="{1F18B12D-4840-4E1D-B5E5-F02FCA444FF2}"/>
          </ac:picMkLst>
        </pc:picChg>
      </pc:sldChg>
      <pc:sldChg chg="delSp modSp add replId">
        <pc:chgData name="William Estes" userId="a88fcdbc31b6f594" providerId="Windows Live" clId="Web-{32D704BB-0E38-4D6F-0E15-43659AA71C54}" dt="2020-09-09T01:10:07.839" v="1786" actId="20577"/>
        <pc:sldMkLst>
          <pc:docMk/>
          <pc:sldMk cId="530674657" sldId="270"/>
        </pc:sldMkLst>
        <pc:spChg chg="mod">
          <ac:chgData name="William Estes" userId="a88fcdbc31b6f594" providerId="Windows Live" clId="Web-{32D704BB-0E38-4D6F-0E15-43659AA71C54}" dt="2020-09-09T01:10:07.839" v="1786" actId="20577"/>
          <ac:spMkLst>
            <pc:docMk/>
            <pc:sldMk cId="530674657" sldId="270"/>
            <ac:spMk id="5" creationId="{C669C636-A5D5-40EE-90E7-99F8268EECF7}"/>
          </ac:spMkLst>
        </pc:spChg>
        <pc:spChg chg="del">
          <ac:chgData name="William Estes" userId="a88fcdbc31b6f594" providerId="Windows Live" clId="Web-{32D704BB-0E38-4D6F-0E15-43659AA71C54}" dt="2020-09-09T01:00:21.459" v="1386"/>
          <ac:spMkLst>
            <pc:docMk/>
            <pc:sldMk cId="530674657" sldId="270"/>
            <ac:spMk id="8" creationId="{F3B87A8B-3F2A-4901-B10D-07D5EB9A7ED0}"/>
          </ac:spMkLst>
        </pc:spChg>
        <pc:picChg chg="del">
          <ac:chgData name="William Estes" userId="a88fcdbc31b6f594" providerId="Windows Live" clId="Web-{32D704BB-0E38-4D6F-0E15-43659AA71C54}" dt="2020-09-09T01:00:20.037" v="1385"/>
          <ac:picMkLst>
            <pc:docMk/>
            <pc:sldMk cId="530674657" sldId="270"/>
            <ac:picMk id="4" creationId="{F6CB6D52-BC2E-4B04-896F-535550CB2290}"/>
          </ac:picMkLst>
        </pc:picChg>
        <pc:picChg chg="del">
          <ac:chgData name="William Estes" userId="a88fcdbc31b6f594" providerId="Windows Live" clId="Web-{32D704BB-0E38-4D6F-0E15-43659AA71C54}" dt="2020-09-09T01:00:23.787" v="1388"/>
          <ac:picMkLst>
            <pc:docMk/>
            <pc:sldMk cId="530674657" sldId="270"/>
            <ac:picMk id="6" creationId="{DED0E424-E2F6-4D4C-931D-AE3E48FC4376}"/>
          </ac:picMkLst>
        </pc:picChg>
        <pc:picChg chg="del">
          <ac:chgData name="William Estes" userId="a88fcdbc31b6f594" providerId="Windows Live" clId="Web-{32D704BB-0E38-4D6F-0E15-43659AA71C54}" dt="2020-09-09T01:00:22.647" v="1387"/>
          <ac:picMkLst>
            <pc:docMk/>
            <pc:sldMk cId="530674657" sldId="270"/>
            <ac:picMk id="7" creationId="{1F18B12D-4840-4E1D-B5E5-F02FCA444FF2}"/>
          </ac:picMkLst>
        </pc:picChg>
      </pc:sldChg>
      <pc:sldChg chg="modSp add replId">
        <pc:chgData name="William Estes" userId="a88fcdbc31b6f594" providerId="Windows Live" clId="Web-{32D704BB-0E38-4D6F-0E15-43659AA71C54}" dt="2020-09-09T01:19:59.267" v="1791" actId="20577"/>
        <pc:sldMkLst>
          <pc:docMk/>
          <pc:sldMk cId="3533335841" sldId="271"/>
        </pc:sldMkLst>
        <pc:spChg chg="mod">
          <ac:chgData name="William Estes" userId="a88fcdbc31b6f594" providerId="Windows Live" clId="Web-{32D704BB-0E38-4D6F-0E15-43659AA71C54}" dt="2020-09-09T01:19:59.267" v="1791" actId="20577"/>
          <ac:spMkLst>
            <pc:docMk/>
            <pc:sldMk cId="3533335841" sldId="271"/>
            <ac:spMk id="5" creationId="{C669C636-A5D5-40EE-90E7-99F8268EECF7}"/>
          </ac:spMkLst>
        </pc:spChg>
      </pc:sldChg>
    </pc:docChg>
  </pc:docChgLst>
  <pc:docChgLst>
    <pc:chgData name="William Estes" userId="a88fcdbc31b6f594" providerId="Windows Live" clId="Web-{DC06E626-76B1-4B10-8458-2453B5900DD1}"/>
    <pc:docChg chg="addSld modSld sldOrd">
      <pc:chgData name="William Estes" userId="a88fcdbc31b6f594" providerId="Windows Live" clId="Web-{DC06E626-76B1-4B10-8458-2453B5900DD1}" dt="2020-09-15T19:23:21.675" v="27" actId="20577"/>
      <pc:docMkLst>
        <pc:docMk/>
      </pc:docMkLst>
      <pc:sldChg chg="modSp add ord replId">
        <pc:chgData name="William Estes" userId="a88fcdbc31b6f594" providerId="Windows Live" clId="Web-{DC06E626-76B1-4B10-8458-2453B5900DD1}" dt="2020-09-15T19:23:21.675" v="26" actId="20577"/>
        <pc:sldMkLst>
          <pc:docMk/>
          <pc:sldMk cId="1358121495" sldId="273"/>
        </pc:sldMkLst>
        <pc:spChg chg="mod">
          <ac:chgData name="William Estes" userId="a88fcdbc31b6f594" providerId="Windows Live" clId="Web-{DC06E626-76B1-4B10-8458-2453B5900DD1}" dt="2020-09-15T19:23:21.675" v="26" actId="20577"/>
          <ac:spMkLst>
            <pc:docMk/>
            <pc:sldMk cId="1358121495" sldId="273"/>
            <ac:spMk id="5" creationId="{C669C636-A5D5-40EE-90E7-99F8268EECF7}"/>
          </ac:spMkLst>
        </pc:spChg>
      </pc:sldChg>
    </pc:docChg>
  </pc:docChgLst>
  <pc:docChgLst>
    <pc:chgData name="William Estes" userId="a88fcdbc31b6f594" providerId="Windows Live" clId="Web-{1AA17607-CFAC-4D69-AC01-0BA05101681C}"/>
    <pc:docChg chg="modSld">
      <pc:chgData name="William Estes" userId="a88fcdbc31b6f594" providerId="Windows Live" clId="Web-{1AA17607-CFAC-4D69-AC01-0BA05101681C}" dt="2020-09-22T16:35:58.082" v="7" actId="20577"/>
      <pc:docMkLst>
        <pc:docMk/>
      </pc:docMkLst>
      <pc:sldChg chg="modSp">
        <pc:chgData name="William Estes" userId="a88fcdbc31b6f594" providerId="Windows Live" clId="Web-{1AA17607-CFAC-4D69-AC01-0BA05101681C}" dt="2020-09-22T16:35:58.067" v="6" actId="20577"/>
        <pc:sldMkLst>
          <pc:docMk/>
          <pc:sldMk cId="1513037778" sldId="265"/>
        </pc:sldMkLst>
        <pc:spChg chg="mod">
          <ac:chgData name="William Estes" userId="a88fcdbc31b6f594" providerId="Windows Live" clId="Web-{1AA17607-CFAC-4D69-AC01-0BA05101681C}" dt="2020-09-22T16:35:58.067" v="6" actId="20577"/>
          <ac:spMkLst>
            <pc:docMk/>
            <pc:sldMk cId="1513037778" sldId="265"/>
            <ac:spMk id="5" creationId="{C669C636-A5D5-40EE-90E7-99F8268EECF7}"/>
          </ac:spMkLst>
        </pc:spChg>
      </pc:sldChg>
    </pc:docChg>
  </pc:docChgLst>
  <pc:docChgLst>
    <pc:chgData name="William Estes" userId="a88fcdbc31b6f594" providerId="LiveId" clId="{F370D7E9-8513-9A4F-8A97-42BEF74C9161}"/>
    <pc:docChg chg="undo custSel addSld delSld modSld sldOrd">
      <pc:chgData name="William Estes" userId="a88fcdbc31b6f594" providerId="LiveId" clId="{F370D7E9-8513-9A4F-8A97-42BEF74C9161}" dt="2021-02-15T22:53:35.086" v="153" actId="20578"/>
      <pc:docMkLst>
        <pc:docMk/>
      </pc:docMkLst>
      <pc:sldChg chg="ord">
        <pc:chgData name="William Estes" userId="a88fcdbc31b6f594" providerId="LiveId" clId="{F370D7E9-8513-9A4F-8A97-42BEF74C9161}" dt="2021-02-15T01:04:26.450" v="89" actId="20578"/>
        <pc:sldMkLst>
          <pc:docMk/>
          <pc:sldMk cId="2953903949" sldId="257"/>
        </pc:sldMkLst>
      </pc:sldChg>
      <pc:sldChg chg="modSp mod">
        <pc:chgData name="William Estes" userId="a88fcdbc31b6f594" providerId="LiveId" clId="{F370D7E9-8513-9A4F-8A97-42BEF74C9161}" dt="2021-02-15T22:53:11.572" v="152" actId="15"/>
        <pc:sldMkLst>
          <pc:docMk/>
          <pc:sldMk cId="1513037778" sldId="265"/>
        </pc:sldMkLst>
        <pc:spChg chg="mod">
          <ac:chgData name="William Estes" userId="a88fcdbc31b6f594" providerId="LiveId" clId="{F370D7E9-8513-9A4F-8A97-42BEF74C9161}" dt="2021-02-15T22:53:11.572" v="152" actId="15"/>
          <ac:spMkLst>
            <pc:docMk/>
            <pc:sldMk cId="1513037778" sldId="265"/>
            <ac:spMk id="5" creationId="{C669C636-A5D5-40EE-90E7-99F8268EECF7}"/>
          </ac:spMkLst>
        </pc:spChg>
      </pc:sldChg>
      <pc:sldChg chg="ord">
        <pc:chgData name="William Estes" userId="a88fcdbc31b6f594" providerId="LiveId" clId="{F370D7E9-8513-9A4F-8A97-42BEF74C9161}" dt="2021-02-15T22:53:35.086" v="153" actId="20578"/>
        <pc:sldMkLst>
          <pc:docMk/>
          <pc:sldMk cId="3588368168" sldId="275"/>
        </pc:sldMkLst>
      </pc:sldChg>
      <pc:sldChg chg="addSp delSp modSp new del mod">
        <pc:chgData name="William Estes" userId="a88fcdbc31b6f594" providerId="LiveId" clId="{F370D7E9-8513-9A4F-8A97-42BEF74C9161}" dt="2021-02-15T21:25:30.870" v="112" actId="2696"/>
        <pc:sldMkLst>
          <pc:docMk/>
          <pc:sldMk cId="619712265" sldId="280"/>
        </pc:sldMkLst>
        <pc:spChg chg="mod">
          <ac:chgData name="William Estes" userId="a88fcdbc31b6f594" providerId="LiveId" clId="{F370D7E9-8513-9A4F-8A97-42BEF74C9161}" dt="2021-02-15T01:01:27.124" v="42" actId="1076"/>
          <ac:spMkLst>
            <pc:docMk/>
            <pc:sldMk cId="619712265" sldId="280"/>
            <ac:spMk id="2" creationId="{C31FDA42-2816-264C-B229-5E11493546F4}"/>
          </ac:spMkLst>
        </pc:spChg>
        <pc:spChg chg="del">
          <ac:chgData name="William Estes" userId="a88fcdbc31b6f594" providerId="LiveId" clId="{F370D7E9-8513-9A4F-8A97-42BEF74C9161}" dt="2021-02-15T00:59:42.343" v="27"/>
          <ac:spMkLst>
            <pc:docMk/>
            <pc:sldMk cId="619712265" sldId="280"/>
            <ac:spMk id="3" creationId="{E268E955-C8A1-384C-A760-2FD49AA18CE5}"/>
          </ac:spMkLst>
        </pc:spChg>
        <pc:spChg chg="add del mod">
          <ac:chgData name="William Estes" userId="a88fcdbc31b6f594" providerId="LiveId" clId="{F370D7E9-8513-9A4F-8A97-42BEF74C9161}" dt="2021-02-15T01:00:54.528" v="35" actId="478"/>
          <ac:spMkLst>
            <pc:docMk/>
            <pc:sldMk cId="619712265" sldId="280"/>
            <ac:spMk id="6" creationId="{33A695B4-65E8-864D-9FE1-0C7E5E01D999}"/>
          </ac:spMkLst>
        </pc:spChg>
        <pc:spChg chg="add mod">
          <ac:chgData name="William Estes" userId="a88fcdbc31b6f594" providerId="LiveId" clId="{F370D7E9-8513-9A4F-8A97-42BEF74C9161}" dt="2021-02-15T01:01:54.971" v="47" actId="208"/>
          <ac:spMkLst>
            <pc:docMk/>
            <pc:sldMk cId="619712265" sldId="280"/>
            <ac:spMk id="8" creationId="{D2CABD99-6F30-6C43-B106-BA29CB9F9D36}"/>
          </ac:spMkLst>
        </pc:spChg>
        <pc:spChg chg="add del mod">
          <ac:chgData name="William Estes" userId="a88fcdbc31b6f594" providerId="LiveId" clId="{F370D7E9-8513-9A4F-8A97-42BEF74C9161}" dt="2021-02-15T21:20:09" v="111" actId="478"/>
          <ac:spMkLst>
            <pc:docMk/>
            <pc:sldMk cId="619712265" sldId="280"/>
            <ac:spMk id="9" creationId="{A4D40D72-BC6A-BA4A-9C47-08227C51D39C}"/>
          </ac:spMkLst>
        </pc:spChg>
        <pc:picChg chg="add mod">
          <ac:chgData name="William Estes" userId="a88fcdbc31b6f594" providerId="LiveId" clId="{F370D7E9-8513-9A4F-8A97-42BEF74C9161}" dt="2021-02-15T01:01:29.651" v="43" actId="1076"/>
          <ac:picMkLst>
            <pc:docMk/>
            <pc:sldMk cId="619712265" sldId="280"/>
            <ac:picMk id="4" creationId="{76697998-E2BB-5746-BB0E-2B038C69005F}"/>
          </ac:picMkLst>
        </pc:picChg>
        <pc:picChg chg="add del mod">
          <ac:chgData name="William Estes" userId="a88fcdbc31b6f594" providerId="LiveId" clId="{F370D7E9-8513-9A4F-8A97-42BEF74C9161}" dt="2021-02-15T01:00:55.710" v="36" actId="478"/>
          <ac:picMkLst>
            <pc:docMk/>
            <pc:sldMk cId="619712265" sldId="280"/>
            <ac:picMk id="5" creationId="{F9AA7F23-82CD-5442-9817-73317A7CB5B5}"/>
          </ac:picMkLst>
        </pc:picChg>
        <pc:picChg chg="add mod">
          <ac:chgData name="William Estes" userId="a88fcdbc31b6f594" providerId="LiveId" clId="{F370D7E9-8513-9A4F-8A97-42BEF74C9161}" dt="2021-02-15T01:01:30.980" v="44" actId="1076"/>
          <ac:picMkLst>
            <pc:docMk/>
            <pc:sldMk cId="619712265" sldId="280"/>
            <ac:picMk id="7" creationId="{83308975-F8A5-E34B-BA1B-FAE928E5635D}"/>
          </ac:picMkLst>
        </pc:picChg>
      </pc:sldChg>
      <pc:sldChg chg="addSp delSp modSp new del mod">
        <pc:chgData name="William Estes" userId="a88fcdbc31b6f594" providerId="LiveId" clId="{F370D7E9-8513-9A4F-8A97-42BEF74C9161}" dt="2021-02-15T21:25:30.870" v="112" actId="2696"/>
        <pc:sldMkLst>
          <pc:docMk/>
          <pc:sldMk cId="4277586575" sldId="281"/>
        </pc:sldMkLst>
        <pc:spChg chg="mod">
          <ac:chgData name="William Estes" userId="a88fcdbc31b6f594" providerId="LiveId" clId="{F370D7E9-8513-9A4F-8A97-42BEF74C9161}" dt="2021-02-15T01:02:30.979" v="84" actId="20577"/>
          <ac:spMkLst>
            <pc:docMk/>
            <pc:sldMk cId="4277586575" sldId="281"/>
            <ac:spMk id="2" creationId="{4D4511E9-5B26-DB41-809A-49AD51A8D1EF}"/>
          </ac:spMkLst>
        </pc:spChg>
        <pc:spChg chg="del">
          <ac:chgData name="William Estes" userId="a88fcdbc31b6f594" providerId="LiveId" clId="{F370D7E9-8513-9A4F-8A97-42BEF74C9161}" dt="2021-02-15T01:03:36.426" v="85"/>
          <ac:spMkLst>
            <pc:docMk/>
            <pc:sldMk cId="4277586575" sldId="281"/>
            <ac:spMk id="3" creationId="{F4342465-D45C-9746-A965-A2BFB69AC502}"/>
          </ac:spMkLst>
        </pc:spChg>
        <pc:picChg chg="add mod">
          <ac:chgData name="William Estes" userId="a88fcdbc31b6f594" providerId="LiveId" clId="{F370D7E9-8513-9A4F-8A97-42BEF74C9161}" dt="2021-02-15T01:03:45.306" v="88" actId="1076"/>
          <ac:picMkLst>
            <pc:docMk/>
            <pc:sldMk cId="4277586575" sldId="281"/>
            <ac:picMk id="4" creationId="{26CB3DDC-FE50-C240-B237-96CE10839E40}"/>
          </ac:picMkLst>
        </pc:picChg>
      </pc:sldChg>
      <pc:sldChg chg="addSp modSp new mod ord">
        <pc:chgData name="William Estes" userId="a88fcdbc31b6f594" providerId="LiveId" clId="{F370D7E9-8513-9A4F-8A97-42BEF74C9161}" dt="2021-02-15T21:32:11.959" v="126" actId="1076"/>
        <pc:sldMkLst>
          <pc:docMk/>
          <pc:sldMk cId="792387178" sldId="282"/>
        </pc:sldMkLst>
        <pc:spChg chg="mod">
          <ac:chgData name="William Estes" userId="a88fcdbc31b6f594" providerId="LiveId" clId="{F370D7E9-8513-9A4F-8A97-42BEF74C9161}" dt="2021-02-15T21:13:14.175" v="106" actId="27636"/>
          <ac:spMkLst>
            <pc:docMk/>
            <pc:sldMk cId="792387178" sldId="282"/>
            <ac:spMk id="2" creationId="{B97D299D-D94F-DB44-B439-F5394DC6DB4B}"/>
          </ac:spMkLst>
        </pc:spChg>
        <pc:spChg chg="mod">
          <ac:chgData name="William Estes" userId="a88fcdbc31b6f594" providerId="LiveId" clId="{F370D7E9-8513-9A4F-8A97-42BEF74C9161}" dt="2021-02-15T21:29:08.203" v="122" actId="14100"/>
          <ac:spMkLst>
            <pc:docMk/>
            <pc:sldMk cId="792387178" sldId="282"/>
            <ac:spMk id="3" creationId="{701FDCCD-BC01-494D-A9E9-532B8B994F15}"/>
          </ac:spMkLst>
        </pc:spChg>
        <pc:picChg chg="add mod">
          <ac:chgData name="William Estes" userId="a88fcdbc31b6f594" providerId="LiveId" clId="{F370D7E9-8513-9A4F-8A97-42BEF74C9161}" dt="2021-02-15T21:32:11.959" v="126" actId="1076"/>
          <ac:picMkLst>
            <pc:docMk/>
            <pc:sldMk cId="792387178" sldId="282"/>
            <ac:picMk id="4" creationId="{866E88EC-7507-F84C-9DBB-7C8844217774}"/>
          </ac:picMkLst>
        </pc:picChg>
      </pc:sldChg>
    </pc:docChg>
  </pc:docChgLst>
  <pc:docChgLst>
    <pc:chgData name="William Estes" userId="a88fcdbc31b6f594" providerId="Windows Live" clId="Web-{DF2EB089-8B92-4895-5037-F09F204BB338}"/>
    <pc:docChg chg="modSld">
      <pc:chgData name="William Estes" userId="a88fcdbc31b6f594" providerId="Windows Live" clId="Web-{DF2EB089-8B92-4895-5037-F09F204BB338}" dt="2020-09-11T14:24:29.706" v="15" actId="20577"/>
      <pc:docMkLst>
        <pc:docMk/>
      </pc:docMkLst>
      <pc:sldChg chg="modSp">
        <pc:chgData name="William Estes" userId="a88fcdbc31b6f594" providerId="Windows Live" clId="Web-{DF2EB089-8B92-4895-5037-F09F204BB338}" dt="2020-09-11T14:24:29.706" v="14" actId="20577"/>
        <pc:sldMkLst>
          <pc:docMk/>
          <pc:sldMk cId="3740133377" sldId="258"/>
        </pc:sldMkLst>
        <pc:spChg chg="mod">
          <ac:chgData name="William Estes" userId="a88fcdbc31b6f594" providerId="Windows Live" clId="Web-{DF2EB089-8B92-4895-5037-F09F204BB338}" dt="2020-09-11T14:24:29.706" v="14" actId="20577"/>
          <ac:spMkLst>
            <pc:docMk/>
            <pc:sldMk cId="3740133377" sldId="258"/>
            <ac:spMk id="3" creationId="{77C9C8CB-20B5-410E-AF3D-5F1CB3BC03C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570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417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02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416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08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96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223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829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554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562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239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770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0873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8375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622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1470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741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858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www.programiz.com/python-programming/list-comprehension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76466-8FE8-4BF4-B8F9-498ABBCF8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1028699"/>
            <a:ext cx="9418320" cy="3862083"/>
          </a:xfrm>
        </p:spPr>
        <p:txBody>
          <a:bodyPr anchor="ctr">
            <a:normAutofit/>
          </a:bodyPr>
          <a:lstStyle/>
          <a:p>
            <a:pPr algn="ctr"/>
            <a:r>
              <a:rPr lang="en-US" sz="6000" dirty="0"/>
              <a:t>CSC-119 Intro To Programming w/Python</a:t>
            </a:r>
            <a:br>
              <a:rPr lang="en-US" sz="6000" dirty="0"/>
            </a:br>
            <a:r>
              <a:rPr lang="en-US" sz="6000" dirty="0"/>
              <a:t>Lecture 4</a:t>
            </a:r>
          </a:p>
        </p:txBody>
      </p:sp>
    </p:spTree>
    <p:extLst>
      <p:ext uri="{BB962C8B-B14F-4D97-AF65-F5344CB8AC3E}">
        <p14:creationId xmlns:p14="http://schemas.microsoft.com/office/powerpoint/2010/main" val="1240628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E15F-1BAC-4D55-B9BE-245249298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65451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BFBFBF"/>
                </a:solidFill>
              </a:rPr>
              <a:t>Last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9C8CB-20B5-410E-AF3D-5F1CB3BC0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387" y="1670537"/>
            <a:ext cx="10018713" cy="48240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Reviewed chapter 3 material</a:t>
            </a:r>
          </a:p>
          <a:p>
            <a:r>
              <a:rPr lang="en-US"/>
              <a:t>Python conditionals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9039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E15F-1BAC-4D55-B9BE-245249298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65451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BFBFBF"/>
                </a:solidFill>
              </a:rPr>
              <a:t>Paired Programming</a:t>
            </a:r>
            <a:endParaRPr lang="en-US" dirty="0">
              <a:solidFill>
                <a:srgbClr val="BFBFB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9C8CB-20B5-410E-AF3D-5F1CB3BC0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70538"/>
            <a:ext cx="10018713" cy="494127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itchFamily="18" charset="2"/>
            </a:pPr>
            <a:r>
              <a:rPr lang="en-US"/>
              <a:t>Tasks</a:t>
            </a:r>
            <a:endParaRPr lang="en-US" dirty="0"/>
          </a:p>
          <a:p>
            <a:pPr lvl="1">
              <a:buFont typeface="Arial" pitchFamily="18" charset="2"/>
              <a:buChar char="•"/>
            </a:pPr>
            <a:r>
              <a:rPr lang="en-US" dirty="0">
                <a:ea typeface="+mn-lt"/>
                <a:cs typeface="+mn-lt"/>
              </a:rPr>
              <a:t>Design a change-counting game that gets the user to enter the number of coins required to make exactly one dollar. </a:t>
            </a:r>
          </a:p>
          <a:p>
            <a:pPr lvl="1">
              <a:buFont typeface="Arial" pitchFamily="18" charset="2"/>
              <a:buChar char="•"/>
            </a:pPr>
            <a:r>
              <a:rPr lang="en-US" dirty="0">
                <a:ea typeface="+mn-lt"/>
                <a:cs typeface="+mn-lt"/>
              </a:rPr>
              <a:t>The program should ask the user to enter the number of pennies, nickels, dimes, and quarters. </a:t>
            </a:r>
            <a:endParaRPr lang="en-US">
              <a:ea typeface="+mn-lt"/>
              <a:cs typeface="+mn-lt"/>
            </a:endParaRPr>
          </a:p>
          <a:p>
            <a:pPr lvl="1">
              <a:buFont typeface="Arial" pitchFamily="18" charset="2"/>
              <a:buChar char="•"/>
            </a:pPr>
            <a:r>
              <a:rPr lang="en-US" dirty="0">
                <a:ea typeface="+mn-lt"/>
                <a:cs typeface="+mn-lt"/>
              </a:rPr>
              <a:t>If the total value of the coins entered is equal to one dollar, the program should congratulate the user for winning the game.</a:t>
            </a:r>
          </a:p>
          <a:p>
            <a:pPr lvl="1">
              <a:buFont typeface="Arial" pitchFamily="18" charset="2"/>
              <a:buChar char="•"/>
            </a:pPr>
            <a:r>
              <a:rPr lang="en-US" dirty="0">
                <a:ea typeface="+mn-lt"/>
                <a:cs typeface="+mn-lt"/>
              </a:rPr>
              <a:t>Otherwise, the program should display a message indicating whether the amount entered was more than or less than one dollar.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1333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E15F-1BAC-4D55-B9BE-245249298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654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BFBFBF"/>
                </a:solidFill>
              </a:rPr>
              <a:t>Let's Jump In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69C636-A5D5-40EE-90E7-99F8268EECF7}"/>
              </a:ext>
            </a:extLst>
          </p:cNvPr>
          <p:cNvSpPr txBox="1">
            <a:spLocks/>
          </p:cNvSpPr>
          <p:nvPr/>
        </p:nvSpPr>
        <p:spPr>
          <a:xfrm>
            <a:off x="1352828" y="1673526"/>
            <a:ext cx="10018713" cy="49412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n-US"/>
              <a:t>Loops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183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E15F-1BAC-4D55-B9BE-245249298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654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BFBFBF"/>
                </a:solidFill>
              </a:rPr>
              <a:t>Let's Jump In - Loops</a:t>
            </a:r>
            <a:endParaRPr lang="en-US" dirty="0">
              <a:solidFill>
                <a:srgbClr val="BFBFBF"/>
              </a:solidFill>
              <a:ea typeface="+mj-lt"/>
              <a:cs typeface="+mj-lt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69C636-A5D5-40EE-90E7-99F8268EECF7}"/>
              </a:ext>
            </a:extLst>
          </p:cNvPr>
          <p:cNvSpPr txBox="1">
            <a:spLocks/>
          </p:cNvSpPr>
          <p:nvPr/>
        </p:nvSpPr>
        <p:spPr>
          <a:xfrm>
            <a:off x="1352828" y="1673526"/>
            <a:ext cx="10018713" cy="49412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While loops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This repeats a block of code while a condition is true</a:t>
            </a:r>
          </a:p>
          <a:p>
            <a:pPr marL="457200" lvl="1" indent="0">
              <a:spcBef>
                <a:spcPts val="1000"/>
              </a:spcBef>
              <a:spcAft>
                <a:spcPts val="0"/>
              </a:spcAft>
              <a:buNone/>
            </a:pPr>
            <a:endParaRPr lang="en-US" dirty="0"/>
          </a:p>
          <a:p>
            <a:pPr lvl="1">
              <a:spcBef>
                <a:spcPts val="1000"/>
              </a:spcBef>
              <a:spcAft>
                <a:spcPts val="0"/>
              </a:spcAft>
            </a:pPr>
            <a:endParaRPr lang="en-US" dirty="0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50368F53-07D4-4153-8981-FA250BD5E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093" y="1501518"/>
            <a:ext cx="3309815" cy="4958886"/>
          </a:xfrm>
          <a:prstGeom prst="rect">
            <a:avLst/>
          </a:prstGeom>
        </p:spPr>
      </p:pic>
      <p:pic>
        <p:nvPicPr>
          <p:cNvPr id="6" name="Picture 6" descr="A picture containing knife, room&#10;&#10;Description automatically generated">
            <a:extLst>
              <a:ext uri="{FF2B5EF4-FFF2-40B4-BE49-F238E27FC236}">
                <a16:creationId xmlns:a16="http://schemas.microsoft.com/office/drawing/2014/main" id="{1B03E479-28A7-41B9-8BA8-B581A95D8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00" y="2704058"/>
            <a:ext cx="5644661" cy="262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7806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E15F-1BAC-4D55-B9BE-245249298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654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BFBFBF"/>
                </a:solidFill>
              </a:rPr>
              <a:t>Let's Jump In - Loops</a:t>
            </a:r>
            <a:endParaRPr lang="en-US" dirty="0">
              <a:solidFill>
                <a:srgbClr val="BFBFBF"/>
              </a:solidFill>
              <a:ea typeface="+mj-lt"/>
              <a:cs typeface="+mj-lt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69C636-A5D5-40EE-90E7-99F8268EECF7}"/>
              </a:ext>
            </a:extLst>
          </p:cNvPr>
          <p:cNvSpPr txBox="1">
            <a:spLocks/>
          </p:cNvSpPr>
          <p:nvPr/>
        </p:nvSpPr>
        <p:spPr>
          <a:xfrm>
            <a:off x="1352828" y="1673526"/>
            <a:ext cx="10018713" cy="49412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While loops - Pair Programming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Task: Develop a program that asks for a user to enter an integer, then print the numbers zero </a:t>
            </a:r>
            <a:r>
              <a:rPr lang="en-US"/>
              <a:t>through  the users’ input </a:t>
            </a:r>
            <a:r>
              <a:rPr lang="en-US" dirty="0"/>
              <a:t>and display whether they are even or odd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Example output: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endParaRPr lang="en-US" dirty="0"/>
          </a:p>
        </p:txBody>
      </p:sp>
      <p:pic>
        <p:nvPicPr>
          <p:cNvPr id="4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900DDE69-319E-48EC-8BF2-D584EFF1D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75" y="3368431"/>
            <a:ext cx="161925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273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E15F-1BAC-4D55-B9BE-245249298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654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BFBFBF"/>
                </a:solidFill>
              </a:rPr>
              <a:t>Let's Jump In - Loops</a:t>
            </a:r>
            <a:endParaRPr lang="en-US" dirty="0">
              <a:solidFill>
                <a:srgbClr val="BFBFBF"/>
              </a:solidFill>
              <a:ea typeface="+mj-lt"/>
              <a:cs typeface="+mj-lt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69C636-A5D5-40EE-90E7-99F8268EECF7}"/>
              </a:ext>
            </a:extLst>
          </p:cNvPr>
          <p:cNvSpPr txBox="1">
            <a:spLocks/>
          </p:cNvSpPr>
          <p:nvPr/>
        </p:nvSpPr>
        <p:spPr>
          <a:xfrm>
            <a:off x="1352828" y="1673526"/>
            <a:ext cx="10018713" cy="49412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For Loops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Traditionally used to repeat a code block for a set number </a:t>
            </a:r>
            <a:r>
              <a:rPr lang="en-US"/>
              <a:t>of times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r>
              <a:rPr lang="en-US"/>
              <a:t>The range() function returns a sequence of numbers that by default starts at zero</a:t>
            </a:r>
            <a:endParaRPr lang="en-US" dirty="0"/>
          </a:p>
          <a:p>
            <a:pPr lvl="1">
              <a:spcBef>
                <a:spcPts val="1000"/>
              </a:spcBef>
              <a:spcAft>
                <a:spcPts val="0"/>
              </a:spcAft>
            </a:pPr>
            <a:endParaRPr lang="en-US" dirty="0"/>
          </a:p>
        </p:txBody>
      </p:sp>
      <p:pic>
        <p:nvPicPr>
          <p:cNvPr id="6" name="Picture 6" descr="A picture containing knife&#10;&#10;Description automatically generated">
            <a:extLst>
              <a:ext uri="{FF2B5EF4-FFF2-40B4-BE49-F238E27FC236}">
                <a16:creationId xmlns:a16="http://schemas.microsoft.com/office/drawing/2014/main" id="{687FEC09-84C2-4BEA-9F7A-319701A9F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13" y="3471656"/>
            <a:ext cx="4433276" cy="18916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F0F75D-84AF-43F0-95CF-4280E5E70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344" y="4444095"/>
            <a:ext cx="3427046" cy="9971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1765F2-2A0D-48A9-85E3-D3A233CF3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344" y="3429000"/>
            <a:ext cx="3427046" cy="9206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C43203-B685-4602-A38C-DABBF186F3F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933" b="6476"/>
          <a:stretch/>
        </p:blipFill>
        <p:spPr>
          <a:xfrm>
            <a:off x="10007200" y="3471656"/>
            <a:ext cx="930185" cy="325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41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E15F-1BAC-4D55-B9BE-245249298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654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BFBFBF"/>
                </a:solidFill>
              </a:rPr>
              <a:t>Let's Jump In - Loops</a:t>
            </a:r>
            <a:endParaRPr lang="en-US" dirty="0">
              <a:solidFill>
                <a:srgbClr val="BFBFBF"/>
              </a:solidFill>
              <a:ea typeface="+mj-lt"/>
              <a:cs typeface="+mj-lt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69C636-A5D5-40EE-90E7-99F8268EECF7}"/>
              </a:ext>
            </a:extLst>
          </p:cNvPr>
          <p:cNvSpPr txBox="1">
            <a:spLocks/>
          </p:cNvSpPr>
          <p:nvPr/>
        </p:nvSpPr>
        <p:spPr>
          <a:xfrm>
            <a:off x="1352828" y="1673526"/>
            <a:ext cx="10018713" cy="49412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For Loops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Can also iterate through non-primitive/complex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endParaRPr lang="en-US" dirty="0"/>
          </a:p>
        </p:txBody>
      </p:sp>
      <p:pic>
        <p:nvPicPr>
          <p:cNvPr id="4" name="Picture 5" descr="A picture containing clock&#10;&#10;Description automatically generated">
            <a:extLst>
              <a:ext uri="{FF2B5EF4-FFF2-40B4-BE49-F238E27FC236}">
                <a16:creationId xmlns:a16="http://schemas.microsoft.com/office/drawing/2014/main" id="{F6CB6D52-BC2E-4B04-896F-535550CB2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94" y="3059376"/>
            <a:ext cx="2743200" cy="2337955"/>
          </a:xfrm>
          <a:prstGeom prst="rect">
            <a:avLst/>
          </a:prstGeom>
        </p:spPr>
      </p:pic>
      <p:pic>
        <p:nvPicPr>
          <p:cNvPr id="7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1F18B12D-4840-4E1D-B5E5-F02FCA444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712" y="3056009"/>
            <a:ext cx="2743200" cy="23872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B87A8B-3F2A-4901-B10D-07D5EB9A7ED0}"/>
              </a:ext>
            </a:extLst>
          </p:cNvPr>
          <p:cNvSpPr txBox="1"/>
          <p:nvPr/>
        </p:nvSpPr>
        <p:spPr>
          <a:xfrm>
            <a:off x="585694" y="5531224"/>
            <a:ext cx="27432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^ This also works with strings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1518B6-1F75-4B39-8DD1-1ACA1F289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022" y="1673526"/>
            <a:ext cx="3903166" cy="28665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50F0E9-663F-4082-8C14-B7C648D320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8022" y="4640213"/>
            <a:ext cx="3903166" cy="205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859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E15F-1BAC-4D55-B9BE-245249298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654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BFBFBF"/>
                </a:solidFill>
              </a:rPr>
              <a:t>Let's Jump In - Loops</a:t>
            </a:r>
            <a:endParaRPr lang="en-US" dirty="0">
              <a:solidFill>
                <a:srgbClr val="BFBFBF"/>
              </a:solidFill>
              <a:ea typeface="+mj-lt"/>
              <a:cs typeface="+mj-lt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69C636-A5D5-40EE-90E7-99F8268EECF7}"/>
              </a:ext>
            </a:extLst>
          </p:cNvPr>
          <p:cNvSpPr txBox="1">
            <a:spLocks/>
          </p:cNvSpPr>
          <p:nvPr/>
        </p:nvSpPr>
        <p:spPr>
          <a:xfrm>
            <a:off x="1352828" y="1673526"/>
            <a:ext cx="10018713" cy="49412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For Loops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What if you want to know what index you're on?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enumerate() - </a:t>
            </a:r>
            <a:r>
              <a:rPr lang="en-US" dirty="0">
                <a:ea typeface="+mn-lt"/>
                <a:cs typeface="+mn-lt"/>
              </a:rPr>
              <a:t> It allows us to loop over something and have an automatic counter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endParaRPr lang="en-US" dirty="0"/>
          </a:p>
          <a:p>
            <a:pPr lvl="1">
              <a:spcBef>
                <a:spcPts val="1000"/>
              </a:spcBef>
              <a:spcAft>
                <a:spcPts val="0"/>
              </a:spcAft>
            </a:pPr>
            <a:endParaRPr lang="en-US" dirty="0"/>
          </a:p>
        </p:txBody>
      </p:sp>
      <p:pic>
        <p:nvPicPr>
          <p:cNvPr id="3" name="Picture 8" descr="A screenshot of text&#10;&#10;Description automatically generated">
            <a:extLst>
              <a:ext uri="{FF2B5EF4-FFF2-40B4-BE49-F238E27FC236}">
                <a16:creationId xmlns:a16="http://schemas.microsoft.com/office/drawing/2014/main" id="{C761E648-FA87-49B9-A0CC-8B319F069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014" y="3033852"/>
            <a:ext cx="3906795" cy="370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735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E15F-1BAC-4D55-B9BE-245249298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654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BFBFBF"/>
                </a:solidFill>
              </a:rPr>
              <a:t>Let's Jump In - Loops</a:t>
            </a:r>
            <a:endParaRPr lang="en-US" dirty="0">
              <a:solidFill>
                <a:srgbClr val="BFBFBF"/>
              </a:solidFill>
              <a:ea typeface="+mj-lt"/>
              <a:cs typeface="+mj-lt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69C636-A5D5-40EE-90E7-99F8268EECF7}"/>
              </a:ext>
            </a:extLst>
          </p:cNvPr>
          <p:cNvSpPr txBox="1">
            <a:spLocks/>
          </p:cNvSpPr>
          <p:nvPr/>
        </p:nvSpPr>
        <p:spPr>
          <a:xfrm>
            <a:off x="1352828" y="1673526"/>
            <a:ext cx="10018713" cy="49412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For Loops – Pair Programming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Task: Classic programming interview question </a:t>
            </a:r>
            <a:r>
              <a:rPr lang="en-US" b="1" u="sng" dirty="0" err="1"/>
              <a:t>FizzBuzz</a:t>
            </a:r>
            <a:r>
              <a:rPr lang="en-US" b="1" u="sng" dirty="0"/>
              <a:t>.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Given an integer input, print all numbers from zero to input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For multiples of 3, display 'fizz'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For multiples of 5, display 'buzz'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For multiples of 5 and 3, display '</a:t>
            </a:r>
            <a:r>
              <a:rPr lang="en-US" dirty="0" err="1"/>
              <a:t>fizzbuzz</a:t>
            </a:r>
            <a:r>
              <a:rPr lang="en-US" dirty="0"/>
              <a:t>'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All other numbers, print their value (0, 1, 2...)</a:t>
            </a:r>
          </a:p>
        </p:txBody>
      </p:sp>
    </p:spTree>
    <p:extLst>
      <p:ext uri="{BB962C8B-B14F-4D97-AF65-F5344CB8AC3E}">
        <p14:creationId xmlns:p14="http://schemas.microsoft.com/office/powerpoint/2010/main" val="530674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E15F-1BAC-4D55-B9BE-245249298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654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BFBFBF"/>
                </a:solidFill>
              </a:rPr>
              <a:t>Let's Jump In - Loops</a:t>
            </a:r>
            <a:endParaRPr lang="en-US" dirty="0">
              <a:solidFill>
                <a:srgbClr val="BFBFBF"/>
              </a:solidFill>
              <a:ea typeface="+mj-lt"/>
              <a:cs typeface="+mj-lt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69C636-A5D5-40EE-90E7-99F8268EECF7}"/>
              </a:ext>
            </a:extLst>
          </p:cNvPr>
          <p:cNvSpPr txBox="1">
            <a:spLocks/>
          </p:cNvSpPr>
          <p:nvPr/>
        </p:nvSpPr>
        <p:spPr>
          <a:xfrm>
            <a:off x="1352828" y="1673526"/>
            <a:ext cx="10018713" cy="49412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Break/Continue/Pass keywords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Break - "break" out of the current loop before processing is complete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Continue – jump to next iteration without completing any more logic from the current iteration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Pass – ignore this block, typically used for 'if' statements or empty functions (may be useful for testing)</a:t>
            </a:r>
          </a:p>
        </p:txBody>
      </p:sp>
      <p:pic>
        <p:nvPicPr>
          <p:cNvPr id="3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AD9B03E5-F476-4607-B673-B35C9E7C4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417" y="3818592"/>
            <a:ext cx="2466110" cy="2750450"/>
          </a:xfrm>
          <a:prstGeom prst="rect">
            <a:avLst/>
          </a:prstGeom>
        </p:spPr>
      </p:pic>
      <p:pic>
        <p:nvPicPr>
          <p:cNvPr id="4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7F4F328A-DD9A-48D5-BD6D-BE0388BC9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445" y="3818592"/>
            <a:ext cx="2402453" cy="303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335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E15F-1BAC-4D55-B9BE-245249298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654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BFBFBF"/>
                </a:solidFill>
              </a:rPr>
              <a:t>Let's Jump In - Loops</a:t>
            </a:r>
            <a:endParaRPr lang="en-US" dirty="0">
              <a:solidFill>
                <a:srgbClr val="BFBFBF"/>
              </a:solidFill>
              <a:ea typeface="+mj-lt"/>
              <a:cs typeface="+mj-lt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69C636-A5D5-40EE-90E7-99F8268EECF7}"/>
              </a:ext>
            </a:extLst>
          </p:cNvPr>
          <p:cNvSpPr txBox="1">
            <a:spLocks/>
          </p:cNvSpPr>
          <p:nvPr/>
        </p:nvSpPr>
        <p:spPr>
          <a:xfrm>
            <a:off x="1352828" y="1673526"/>
            <a:ext cx="10018713" cy="49412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Break/Continue/Pass keywords</a:t>
            </a:r>
          </a:p>
        </p:txBody>
      </p:sp>
      <p:pic>
        <p:nvPicPr>
          <p:cNvPr id="6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B069C011-8684-478E-829C-0DF79218C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13" y="2721067"/>
            <a:ext cx="4493740" cy="2661537"/>
          </a:xfrm>
          <a:prstGeom prst="rect">
            <a:avLst/>
          </a:prstGeom>
        </p:spPr>
      </p:pic>
      <p:pic>
        <p:nvPicPr>
          <p:cNvPr id="7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8EEE1717-7C55-4E52-AD57-05E28627C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184" y="2721067"/>
            <a:ext cx="2685962" cy="265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2613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E15F-1BAC-4D55-B9BE-245249298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654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BFBFBF"/>
                </a:solidFill>
              </a:rPr>
              <a:t>Let's Jump In - Loops</a:t>
            </a:r>
            <a:endParaRPr lang="en-US" dirty="0">
              <a:solidFill>
                <a:srgbClr val="BFBFBF"/>
              </a:solidFill>
              <a:ea typeface="+mj-lt"/>
              <a:cs typeface="+mj-lt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69C636-A5D5-40EE-90E7-99F8268EECF7}"/>
              </a:ext>
            </a:extLst>
          </p:cNvPr>
          <p:cNvSpPr txBox="1">
            <a:spLocks/>
          </p:cNvSpPr>
          <p:nvPr/>
        </p:nvSpPr>
        <p:spPr>
          <a:xfrm>
            <a:off x="1352828" y="1673526"/>
            <a:ext cx="10018713" cy="49412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List Comprehension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Syntax: 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[ &lt;expression&gt; for &lt;item&gt; in &lt;list&gt; ]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Not all loops can be converted to list comprehension!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Avoid making long, single lines of list comprehension. It makes code harder to read.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To learn more: </a:t>
            </a:r>
            <a:r>
              <a:rPr lang="en-US" dirty="0">
                <a:hlinkClick r:id="rId2"/>
              </a:rPr>
              <a:t>List Comprehensions Article</a:t>
            </a:r>
            <a:endParaRPr lang="en-US" dirty="0"/>
          </a:p>
        </p:txBody>
      </p:sp>
      <p:pic>
        <p:nvPicPr>
          <p:cNvPr id="3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C3BE38F5-3688-41EA-B1D3-D2C28FAC1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913" y="3994979"/>
            <a:ext cx="4143632" cy="28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368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E15F-1BAC-4D55-B9BE-245249298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654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BFBFBF"/>
                </a:solidFill>
              </a:rPr>
              <a:t>Let's Jump In - Loops</a:t>
            </a:r>
            <a:endParaRPr lang="en-US" dirty="0">
              <a:solidFill>
                <a:srgbClr val="BFBFBF"/>
              </a:solidFill>
              <a:ea typeface="+mj-lt"/>
              <a:cs typeface="+mj-lt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69C636-A5D5-40EE-90E7-99F8268EECF7}"/>
              </a:ext>
            </a:extLst>
          </p:cNvPr>
          <p:cNvSpPr txBox="1">
            <a:spLocks/>
          </p:cNvSpPr>
          <p:nvPr/>
        </p:nvSpPr>
        <p:spPr>
          <a:xfrm>
            <a:off x="1352828" y="1673526"/>
            <a:ext cx="10018713" cy="49412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List Comprehension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endParaRPr lang="en-US" dirty="0"/>
          </a:p>
        </p:txBody>
      </p:sp>
      <p:pic>
        <p:nvPicPr>
          <p:cNvPr id="4" name="Picture 7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67881B13-BF13-45A2-90EF-A6D17258C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645" y="2232537"/>
            <a:ext cx="3845386" cy="4603485"/>
          </a:xfrm>
          <a:prstGeom prst="rect">
            <a:avLst/>
          </a:prstGeom>
        </p:spPr>
      </p:pic>
      <p:pic>
        <p:nvPicPr>
          <p:cNvPr id="8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5581CF16-7053-41A9-A7A4-01D6FF49E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940" y="2300699"/>
            <a:ext cx="5489015" cy="453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98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E15F-1BAC-4D55-B9BE-245249298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654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BFBFBF"/>
                </a:solidFill>
              </a:rPr>
              <a:t>Let's Jump In - Loops</a:t>
            </a:r>
            <a:endParaRPr lang="en-US" dirty="0">
              <a:solidFill>
                <a:srgbClr val="BFBFBF"/>
              </a:solidFill>
              <a:ea typeface="+mj-lt"/>
              <a:cs typeface="+mj-lt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69C636-A5D5-40EE-90E7-99F8268EECF7}"/>
              </a:ext>
            </a:extLst>
          </p:cNvPr>
          <p:cNvSpPr txBox="1">
            <a:spLocks/>
          </p:cNvSpPr>
          <p:nvPr/>
        </p:nvSpPr>
        <p:spPr>
          <a:xfrm>
            <a:off x="1352828" y="1673526"/>
            <a:ext cx="10018713" cy="49412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Comprehensive – Pair Programming</a:t>
            </a:r>
          </a:p>
          <a:p>
            <a:pPr lvl="1">
              <a:spcBef>
                <a:spcPts val="1000"/>
              </a:spcBef>
              <a:spcAft>
                <a:spcPts val="0"/>
              </a:spcAft>
            </a:pPr>
            <a:r>
              <a:rPr lang="en-US"/>
              <a:t>Task</a:t>
            </a:r>
            <a:endParaRPr lang="en-US" dirty="0"/>
          </a:p>
          <a:p>
            <a:pPr lvl="2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You and your team need to write a program that implements bubble sort</a:t>
            </a:r>
          </a:p>
          <a:p>
            <a:pPr lvl="2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Bubble sort is one of the simpler sorting algorithms that works by swapping neighboring values in a list until they're all sorted</a:t>
            </a:r>
          </a:p>
          <a:p>
            <a:pPr lvl="2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This will require you to use all the things we've learned in class so far</a:t>
            </a:r>
          </a:p>
          <a:p>
            <a:pPr lvl="2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You may use Google or any other resource, but you need to be able to explain your code!</a:t>
            </a:r>
          </a:p>
        </p:txBody>
      </p:sp>
    </p:spTree>
    <p:extLst>
      <p:ext uri="{BB962C8B-B14F-4D97-AF65-F5344CB8AC3E}">
        <p14:creationId xmlns:p14="http://schemas.microsoft.com/office/powerpoint/2010/main" val="1358121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C530B51A-8BA0-4111-BCEE-15B650313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8" y="65180"/>
            <a:ext cx="5531427" cy="4346389"/>
          </a:xfrm>
          <a:prstGeom prst="rect">
            <a:avLst/>
          </a:prstGeom>
        </p:spPr>
      </p:pic>
      <p:pic>
        <p:nvPicPr>
          <p:cNvPr id="4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AFE6BD1E-AC8A-47CD-A014-8FA86F55B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700" y="61219"/>
            <a:ext cx="6139434" cy="625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081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69C636-A5D5-40EE-90E7-99F8268EECF7}"/>
              </a:ext>
            </a:extLst>
          </p:cNvPr>
          <p:cNvSpPr txBox="1">
            <a:spLocks/>
          </p:cNvSpPr>
          <p:nvPr/>
        </p:nvSpPr>
        <p:spPr>
          <a:xfrm>
            <a:off x="1352828" y="1673526"/>
            <a:ext cx="10018713" cy="49412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spcBef>
                <a:spcPts val="100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481F17-F66D-4879-AEAC-B8364043A262}"/>
              </a:ext>
            </a:extLst>
          </p:cNvPr>
          <p:cNvSpPr txBox="1"/>
          <p:nvPr/>
        </p:nvSpPr>
        <p:spPr>
          <a:xfrm>
            <a:off x="1356014" y="74468"/>
            <a:ext cx="9436675" cy="1384995"/>
          </a:xfrm>
          <a:prstGeom prst="rect">
            <a:avLst/>
          </a:prstGeom>
          <a:solidFill>
            <a:schemeClr val="tx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ourier New"/>
                <a:cs typeface="Courier New"/>
              </a:rPr>
              <a:t># HINT 1</a:t>
            </a:r>
          </a:p>
          <a:p>
            <a:r>
              <a:rPr lang="en-US" sz="1400" dirty="0">
                <a:solidFill>
                  <a:schemeClr val="bg1"/>
                </a:solidFill>
                <a:latin typeface="Courier New"/>
                <a:cs typeface="Courier New"/>
              </a:rPr>
              <a:t>Loop if list is not sorted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  <a:latin typeface="Courier New"/>
                <a:cs typeface="Courier New"/>
              </a:rPr>
              <a:t>    Loop through values of the list</a:t>
            </a:r>
          </a:p>
          <a:p>
            <a:r>
              <a:rPr lang="en-US" sz="1400" dirty="0">
                <a:solidFill>
                  <a:schemeClr val="bg1"/>
                </a:solidFill>
                <a:latin typeface="Courier New"/>
                <a:cs typeface="Courier New"/>
              </a:rPr>
              <a:t>        If the current value is greater than the next value, swap them</a:t>
            </a:r>
          </a:p>
          <a:p>
            <a:r>
              <a:rPr lang="en-US" sz="1400" dirty="0">
                <a:solidFill>
                  <a:schemeClr val="bg1"/>
                </a:solidFill>
                <a:latin typeface="Courier New"/>
                <a:cs typeface="Courier New"/>
              </a:rPr>
              <a:t>    End Loop</a:t>
            </a:r>
          </a:p>
          <a:p>
            <a:r>
              <a:rPr lang="en-US" sz="1400" dirty="0">
                <a:solidFill>
                  <a:schemeClr val="bg1"/>
                </a:solidFill>
                <a:latin typeface="Courier New"/>
                <a:cs typeface="Courier New"/>
              </a:rPr>
              <a:t>End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BA5C24-9D5F-41EC-8C76-511F2F173822}"/>
              </a:ext>
            </a:extLst>
          </p:cNvPr>
          <p:cNvSpPr txBox="1"/>
          <p:nvPr/>
        </p:nvSpPr>
        <p:spPr>
          <a:xfrm>
            <a:off x="1356013" y="1520536"/>
            <a:ext cx="9462654" cy="2554545"/>
          </a:xfrm>
          <a:prstGeom prst="rect">
            <a:avLst/>
          </a:prstGeom>
          <a:solidFill>
            <a:schemeClr val="tx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ourier New"/>
                <a:cs typeface="Courier New"/>
              </a:rPr>
              <a:t># HINT 2</a:t>
            </a:r>
          </a:p>
          <a:p>
            <a:r>
              <a:rPr lang="en-US" sz="1600" dirty="0">
                <a:solidFill>
                  <a:schemeClr val="bg1"/>
                </a:solidFill>
                <a:latin typeface="Courier New"/>
                <a:cs typeface="Courier New"/>
              </a:rPr>
              <a:t>swapped = True</a:t>
            </a:r>
          </a:p>
          <a:p>
            <a:r>
              <a:rPr lang="en-US" sz="1600" dirty="0">
                <a:solidFill>
                  <a:schemeClr val="bg1"/>
                </a:solidFill>
                <a:latin typeface="Courier New"/>
                <a:cs typeface="Courier New"/>
              </a:rPr>
              <a:t>while swapped == True</a:t>
            </a:r>
          </a:p>
          <a:p>
            <a:r>
              <a:rPr lang="en-US" sz="1600" dirty="0">
                <a:solidFill>
                  <a:schemeClr val="bg1"/>
                </a:solidFill>
                <a:latin typeface="Courier New"/>
                <a:cs typeface="Courier New"/>
              </a:rPr>
              <a:t>    swapped = False</a:t>
            </a:r>
          </a:p>
          <a:p>
            <a:r>
              <a:rPr lang="en-US" sz="1600" dirty="0">
                <a:solidFill>
                  <a:schemeClr val="bg1"/>
                </a:solidFill>
                <a:latin typeface="Courier New"/>
                <a:cs typeface="Courier New"/>
              </a:rPr>
              <a:t>    Loop through values of the list</a:t>
            </a:r>
            <a:endParaRPr lang="en-US" sz="16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600" dirty="0">
                <a:solidFill>
                  <a:schemeClr val="bg1"/>
                </a:solidFill>
                <a:latin typeface="Courier New"/>
                <a:cs typeface="Courier New"/>
              </a:rPr>
              <a:t>        If the current value is greater than the next value</a:t>
            </a:r>
            <a:endParaRPr lang="en-US" sz="1600" dirty="0">
              <a:solidFill>
                <a:schemeClr val="bg1"/>
              </a:solidFill>
              <a:latin typeface="Corbel" panose="020B0503020204020204"/>
              <a:cs typeface="Courier New"/>
            </a:endParaRPr>
          </a:p>
          <a:p>
            <a:r>
              <a:rPr lang="en-US" sz="1600" dirty="0">
                <a:solidFill>
                  <a:schemeClr val="bg1"/>
                </a:solidFill>
                <a:latin typeface="Courier New"/>
                <a:cs typeface="Courier New"/>
              </a:rPr>
              <a:t>            swap the values</a:t>
            </a:r>
            <a:endParaRPr lang="en-US" sz="1600" dirty="0">
              <a:solidFill>
                <a:schemeClr val="bg1"/>
              </a:solidFill>
              <a:latin typeface="Corbel" panose="020B0503020204020204"/>
              <a:cs typeface="Courier New"/>
            </a:endParaRPr>
          </a:p>
          <a:p>
            <a:r>
              <a:rPr lang="en-US" sz="1600" dirty="0">
                <a:solidFill>
                  <a:schemeClr val="bg1"/>
                </a:solidFill>
                <a:latin typeface="Courier New"/>
                <a:cs typeface="Courier New"/>
              </a:rPr>
              <a:t>            swapped = True</a:t>
            </a:r>
          </a:p>
          <a:p>
            <a:r>
              <a:rPr lang="en-US" sz="1600" dirty="0">
                <a:solidFill>
                  <a:schemeClr val="bg1"/>
                </a:solidFill>
                <a:latin typeface="Courier New"/>
                <a:cs typeface="Courier New"/>
              </a:rPr>
              <a:t>    End Loop</a:t>
            </a:r>
            <a:endParaRPr lang="en-US" sz="160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600" dirty="0">
                <a:solidFill>
                  <a:schemeClr val="bg1"/>
                </a:solidFill>
                <a:latin typeface="Courier New"/>
                <a:cs typeface="Courier New"/>
              </a:rPr>
              <a:t>End Loop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ED3EFB-5BEA-4189-B89D-D3A0E7762DB6}"/>
              </a:ext>
            </a:extLst>
          </p:cNvPr>
          <p:cNvSpPr txBox="1"/>
          <p:nvPr/>
        </p:nvSpPr>
        <p:spPr>
          <a:xfrm>
            <a:off x="1356014" y="4118263"/>
            <a:ext cx="9436676" cy="2739211"/>
          </a:xfrm>
          <a:prstGeom prst="rect">
            <a:avLst/>
          </a:prstGeom>
          <a:solidFill>
            <a:schemeClr val="tx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ourier New"/>
                <a:cs typeface="Courier New"/>
              </a:rPr>
              <a:t># HINT 3</a:t>
            </a:r>
          </a:p>
          <a:p>
            <a:r>
              <a:rPr lang="en-US" sz="1400" dirty="0">
                <a:solidFill>
                  <a:schemeClr val="bg1"/>
                </a:solidFill>
                <a:latin typeface="Courier New"/>
                <a:cs typeface="Courier New"/>
              </a:rPr>
              <a:t>swapped = True</a:t>
            </a:r>
            <a:endParaRPr lang="en-US" sz="14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latin typeface="Courier New"/>
                <a:cs typeface="Courier New"/>
              </a:rPr>
              <a:t>while swapped == True</a:t>
            </a:r>
            <a:endParaRPr lang="en-US" sz="14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latin typeface="Courier New"/>
                <a:cs typeface="Courier New"/>
              </a:rPr>
              <a:t>    swapped = False</a:t>
            </a:r>
            <a:endParaRPr lang="en-US" sz="140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latin typeface="Courier New"/>
                <a:cs typeface="Courier New"/>
              </a:rPr>
              <a:t>    count = 0</a:t>
            </a:r>
          </a:p>
          <a:p>
            <a:r>
              <a:rPr lang="en-US" sz="1400" dirty="0">
                <a:solidFill>
                  <a:schemeClr val="bg1"/>
                </a:solidFill>
                <a:latin typeface="Courier New"/>
                <a:cs typeface="Courier New"/>
              </a:rPr>
              <a:t>    while count &lt; </a:t>
            </a:r>
            <a:r>
              <a:rPr lang="en-US" sz="1400" dirty="0" err="1">
                <a:solidFill>
                  <a:schemeClr val="bg1"/>
                </a:solidFill>
                <a:latin typeface="Courier New"/>
                <a:cs typeface="Courier New"/>
              </a:rPr>
              <a:t>len</a:t>
            </a:r>
            <a:r>
              <a:rPr lang="en-US" sz="1400" dirty="0">
                <a:solidFill>
                  <a:schemeClr val="bg1"/>
                </a:solidFill>
                <a:latin typeface="Courier New"/>
                <a:cs typeface="Courier New"/>
              </a:rPr>
              <a:t>(list) - 1</a:t>
            </a:r>
            <a:endParaRPr lang="en-US" sz="14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latin typeface="Courier New"/>
                <a:cs typeface="Courier New"/>
              </a:rPr>
              <a:t>        If the current value is greater than the next value</a:t>
            </a:r>
            <a:endParaRPr lang="en-US" sz="14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latin typeface="Courier New"/>
                <a:cs typeface="Courier New"/>
              </a:rPr>
              <a:t>            swap the values</a:t>
            </a:r>
            <a:endParaRPr lang="en-US" sz="14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latin typeface="Courier New"/>
                <a:cs typeface="Courier New"/>
              </a:rPr>
              <a:t>            swapped = True</a:t>
            </a:r>
            <a:br>
              <a:rPr lang="en-US" sz="1400" dirty="0">
                <a:latin typeface="Courier New"/>
                <a:cs typeface="Courier New"/>
              </a:rPr>
            </a:br>
            <a:r>
              <a:rPr lang="en-US" sz="1400" dirty="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       count += 1</a:t>
            </a:r>
            <a:endParaRPr lang="en-US" sz="14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latin typeface="Courier New"/>
                <a:cs typeface="Courier New"/>
              </a:rPr>
              <a:t>    End Loo</a:t>
            </a:r>
            <a:r>
              <a:rPr lang="en-US" sz="1600" dirty="0">
                <a:solidFill>
                  <a:schemeClr val="bg1"/>
                </a:solidFill>
                <a:latin typeface="Courier New"/>
                <a:cs typeface="Courier New"/>
              </a:rPr>
              <a:t>p</a:t>
            </a:r>
            <a:endParaRPr lang="en-US" sz="16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600" dirty="0">
                <a:solidFill>
                  <a:schemeClr val="bg1"/>
                </a:solidFill>
                <a:latin typeface="Courier New"/>
                <a:cs typeface="Courier New"/>
              </a:rPr>
              <a:t>End Loop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106D04-3929-48C3-9649-B798C727CCFB}"/>
              </a:ext>
            </a:extLst>
          </p:cNvPr>
          <p:cNvSpPr/>
          <p:nvPr/>
        </p:nvSpPr>
        <p:spPr>
          <a:xfrm>
            <a:off x="1264228" y="49933"/>
            <a:ext cx="9663544" cy="13854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58B643-76BC-47A8-8166-425F1C3129AA}"/>
              </a:ext>
            </a:extLst>
          </p:cNvPr>
          <p:cNvSpPr/>
          <p:nvPr/>
        </p:nvSpPr>
        <p:spPr>
          <a:xfrm>
            <a:off x="1264228" y="1510852"/>
            <a:ext cx="9663544" cy="2554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47004A-4FA2-4BA4-933F-5262FC84A21F}"/>
              </a:ext>
            </a:extLst>
          </p:cNvPr>
          <p:cNvSpPr/>
          <p:nvPr/>
        </p:nvSpPr>
        <p:spPr>
          <a:xfrm>
            <a:off x="1264228" y="4108464"/>
            <a:ext cx="9663544" cy="27362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727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E15F-1BAC-4D55-B9BE-245249298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654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BFBFBF"/>
                </a:solidFill>
              </a:rPr>
              <a:t>Let's Jump In - Loops</a:t>
            </a:r>
            <a:endParaRPr lang="en-US" dirty="0">
              <a:solidFill>
                <a:srgbClr val="BFBFBF"/>
              </a:solidFill>
              <a:ea typeface="+mj-lt"/>
              <a:cs typeface="+mj-lt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69C636-A5D5-40EE-90E7-99F8268EECF7}"/>
              </a:ext>
            </a:extLst>
          </p:cNvPr>
          <p:cNvSpPr txBox="1">
            <a:spLocks/>
          </p:cNvSpPr>
          <p:nvPr/>
        </p:nvSpPr>
        <p:spPr>
          <a:xfrm>
            <a:off x="1352828" y="1673526"/>
            <a:ext cx="10018713" cy="49412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Comprehensive – Pair Programming – My Solution</a:t>
            </a:r>
          </a:p>
        </p:txBody>
      </p:sp>
      <p:pic>
        <p:nvPicPr>
          <p:cNvPr id="3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4DC5AD0B-0C22-4F24-B3D4-4D60FFED0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177" y="2111848"/>
            <a:ext cx="7490254" cy="468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2903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E15F-1BAC-4D55-B9BE-245249298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654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BFBFBF"/>
                </a:solidFill>
              </a:rPr>
              <a:t>Homework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69C636-A5D5-40EE-90E7-99F8268EECF7}"/>
              </a:ext>
            </a:extLst>
          </p:cNvPr>
          <p:cNvSpPr txBox="1">
            <a:spLocks/>
          </p:cNvSpPr>
          <p:nvPr/>
        </p:nvSpPr>
        <p:spPr>
          <a:xfrm>
            <a:off x="1352828" y="1673526"/>
            <a:ext cx="10018713" cy="49412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Read Chapter 5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n-US"/>
              <a:t>Programming Assignment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037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</TotalTime>
  <Words>706</Words>
  <Application>Microsoft Office PowerPoint</Application>
  <PresentationFormat>Widescreen</PresentationFormat>
  <Paragraphs>93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Corbel</vt:lpstr>
      <vt:lpstr>Courier New</vt:lpstr>
      <vt:lpstr>Parallax</vt:lpstr>
      <vt:lpstr>CSC-119 Intro To Programming w/Python Lecture 4</vt:lpstr>
      <vt:lpstr>Last Week</vt:lpstr>
      <vt:lpstr>Paired Programming</vt:lpstr>
      <vt:lpstr>Let's Jump In</vt:lpstr>
      <vt:lpstr>Let's Jump In - Loops</vt:lpstr>
      <vt:lpstr>Let's Jump In - Loops</vt:lpstr>
      <vt:lpstr>Let's Jump In - Loops</vt:lpstr>
      <vt:lpstr>Let's Jump In - Loops</vt:lpstr>
      <vt:lpstr>Let's Jump In - Loops</vt:lpstr>
      <vt:lpstr>Let's Jump In - Loops</vt:lpstr>
      <vt:lpstr>Let's Jump In - Loops</vt:lpstr>
      <vt:lpstr>Let's Jump In - Loops</vt:lpstr>
      <vt:lpstr>Let's Jump In - Loops</vt:lpstr>
      <vt:lpstr>Let's Jump In - Loops</vt:lpstr>
      <vt:lpstr>Let's Jump In - Loops</vt:lpstr>
      <vt:lpstr>PowerPoint Presentation</vt:lpstr>
      <vt:lpstr>PowerPoint Presentation</vt:lpstr>
      <vt:lpstr>Let's Jump In - Loops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William</cp:lastModifiedBy>
  <cp:revision>779</cp:revision>
  <dcterms:created xsi:type="dcterms:W3CDTF">2020-09-08T19:50:57Z</dcterms:created>
  <dcterms:modified xsi:type="dcterms:W3CDTF">2021-12-28T03:56:52Z</dcterms:modified>
</cp:coreProperties>
</file>